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Driver 도출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161288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Functional Requirements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148132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14813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[워크로드 서빙]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RAG·multiturn·agent E2E 서빙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191566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19156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[이종 tier KV 배치]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인지 배치·승격/강등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35000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" y="23500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FR-03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압축]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양자화·토큰 eviction 적용·해제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78434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27843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FR-04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[KV 영속·재사용]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세션·사용자 단위 영속·재사용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21868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FR-05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[P/D 분리 실행]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간 KV 전송 포함 실행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365302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" y="36530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FR-06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[요청별 SLO 정책]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배치×압축×재사용 차등 조율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08736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" y="4087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FR-07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[근접연산 오프로드]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PIM/PNM 오프로드 (압축·검색)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52170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45217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FR-08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[디바이스 plug-in]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Topology 파라미터 등록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956048"/>
            <a:ext cx="4224528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" y="4956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FR-09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[모니터링·P/D 조정]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N 내 P/D 비율 자동 조정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0" y="1161288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513892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 Attributes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29200" y="148132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148132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[Performance]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성능 (goodput@SLO)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191566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191566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[Accuracy]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품질 (품질 저하 bound)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0" y="235000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6" name="Text 44"/>
          <p:cNvSpPr/>
          <p:nvPr/>
        </p:nvSpPr>
        <p:spPr>
          <a:xfrm>
            <a:off x="5138928" y="235000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[Resource Efficiency]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효율 (유효 KV 용량)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0" y="278434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48" name="Text 46"/>
          <p:cNvSpPr/>
          <p:nvPr/>
        </p:nvSpPr>
        <p:spPr>
          <a:xfrm>
            <a:off x="5138928" y="278434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[Modifiability]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확장성·진화성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0" y="321868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50" name="Text 48"/>
          <p:cNvSpPr/>
          <p:nvPr/>
        </p:nvSpPr>
        <p:spPr>
          <a:xfrm>
            <a:off x="5138928" y="321868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QA6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[Adaptability]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 적응성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0" y="365302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4E7C3A"/>
          </a:solidFill>
          <a:ln/>
        </p:spPr>
      </p:sp>
      <p:sp>
        <p:nvSpPr>
          <p:cNvPr id="52" name="Text 50"/>
          <p:cNvSpPr/>
          <p:nvPr/>
        </p:nvSpPr>
        <p:spPr>
          <a:xfrm>
            <a:off x="5138928" y="3653028"/>
            <a:ext cx="3867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</a:t>
            </a:r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[Maintainability]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유지보수성 (개발·운영 비용)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89720" y="4069080"/>
            <a:ext cx="41148" cy="21945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54" name="Text 52"/>
          <p:cNvSpPr/>
          <p:nvPr/>
        </p:nvSpPr>
        <p:spPr>
          <a:xfrm>
            <a:off x="9299448" y="4041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189720" y="438912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843C0C"/>
          </a:solidFill>
          <a:ln/>
        </p:spPr>
      </p:sp>
      <p:sp>
        <p:nvSpPr>
          <p:cNvPr id="56" name="Text 54"/>
          <p:cNvSpPr/>
          <p:nvPr/>
        </p:nvSpPr>
        <p:spPr>
          <a:xfrm>
            <a:off x="9299448" y="4389120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C-01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[디바이스 불변] 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스펙 변경 불가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4023360"/>
            <a:ext cx="411480" cy="457200"/>
          </a:xfrm>
          <a:prstGeom prst="downArrow">
            <a:avLst/>
          </a:prstGeom>
          <a:solidFill>
            <a:srgbClr val="4E7C3A"/>
          </a:solidFill>
          <a:ln/>
        </p:spPr>
      </p:sp>
      <p:sp>
        <p:nvSpPr>
          <p:cNvPr id="58" name="Shape 56"/>
          <p:cNvSpPr/>
          <p:nvPr/>
        </p:nvSpPr>
        <p:spPr>
          <a:xfrm>
            <a:off x="4754880" y="4773168"/>
            <a:ext cx="1097280" cy="420624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59" name="Shape 57"/>
          <p:cNvSpPr/>
          <p:nvPr/>
        </p:nvSpPr>
        <p:spPr>
          <a:xfrm>
            <a:off x="8275320" y="4773168"/>
            <a:ext cx="841248" cy="420624"/>
          </a:xfrm>
          <a:prstGeom prst="leftArrow">
            <a:avLst/>
          </a:prstGeom>
          <a:solidFill>
            <a:srgbClr val="843C0C"/>
          </a:solidFill>
          <a:ln/>
        </p:spPr>
      </p:sp>
      <p:sp>
        <p:nvSpPr>
          <p:cNvPr id="60" name="Shape 58"/>
          <p:cNvSpPr/>
          <p:nvPr/>
        </p:nvSpPr>
        <p:spPr>
          <a:xfrm>
            <a:off x="5943600" y="4526280"/>
            <a:ext cx="2240280" cy="91440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0" y="4526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Architectural Drivers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 9 · QA 6 · C 1 = 16종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693408" y="5559552"/>
            <a:ext cx="731520" cy="502920"/>
          </a:xfrm>
          <a:prstGeom prst="downArrow">
            <a:avLst/>
          </a:prstGeom>
          <a:solidFill>
            <a:srgbClr val="A9C08C"/>
          </a:solidFill>
          <a:ln/>
        </p:spPr>
      </p:sp>
      <p:sp>
        <p:nvSpPr>
          <p:cNvPr id="63" name="Text 61"/>
          <p:cNvSpPr/>
          <p:nvPr/>
        </p:nvSpPr>
        <p:spPr>
          <a:xfrm>
            <a:off x="3383280" y="60899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“MCR (Memory-Centric Runtime)”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2026-07-19T08:19:55Z</dcterms:created>
  <dcterms:modified xsi:type="dcterms:W3CDTF">2026-07-19T08:19:55Z</dcterms:modified>
</cp:coreProperties>
</file>