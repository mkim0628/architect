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6775" y="6309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요구사항(VOC) R-01~R-23 전량 : 부록 A (p.26)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Stakeholder 인터뷰·QAW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자체 실측·문헌 조사 병행 → 원시 요구사항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23건(유효 22건)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연구 과제 성격상 서비스 운영 조직은 stakeholder 아님 — 서빙 SLO·워크로드 요구는 업계 벤치마크·문헌 + 자체 실측으로 대체 수집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72084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Stakeholder 및 역할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76272"/>
          <a:ext cx="6720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47548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· 주요 관심사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(제품기획·디바이스 설계)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발주 — memory-centric 제품군 로드맵 보유.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E2E 관점의 제품 가치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고객 제공 레퍼런스 스택 확보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Memory-centric AI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 (MCAS) 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타겟 메모리 시스템 성능의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시뮬레이션·예측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예측치가 실측(MCR)에서 재현되는지, tier 조합별 효용 정량화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public LLM 응용·모델의 사용자 —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워크로드(long-context RAG · multiturn · agent)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요구 특성 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 (랩장)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승인·자원 배정 — 타겟 메모리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효용성의 E2E 정량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(baseline 대비) · 일정 · 지속 유지 가능성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런타임 개발·유지보수, 자체 벤치 실측 — 개발 비용,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framework 추종·교체 부담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코어/모듈 경계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(잠재)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레퍼런스 스택으로 시스템을 구축할 외부 수요처 — 생태계 호환·실측 증거·확장성 (도입 전제 조건만 수집)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(간접) 오픈소스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커뮤니티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vLLM·SGLang·LMCache 등 진화 주체 — 요구는 없으나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릴리스 주기·인터페이스 변화가 제약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으로 작용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269480" y="1792224"/>
            <a:ext cx="4602175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0" y="1792224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 방법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2176272"/>
          <a:ext cx="460217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7276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 인터뷰·VOC 접수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원시 요구사항 R-01~R-23 (부록 A)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QAW (Quality Attribute Workshop)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요구의 시나리오화 — Utility Tree의 시나리오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벤치마크 실측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대기 70–85%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A) — QA1 baseline 정의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문헌·업계 벤치마크 조사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MLPerf · DistServe · KIVI · KVQuant · vLLM · FlexGen — QA 정량 bin의 SLO 앵커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로드맵·릴리스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정규 릴리스 2주 케이던스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B) — QA4·QA5 bin 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 시스템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LMCache 등 KV offloading 계층 — DP1 후보 발굴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분류분 10건은 Utility Tree로(P8)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수집 요구사항 23건(유효 22건) →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9건 · 품질 요구(QA 후보) 10건 · 제약사항 2건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정제 규칙: ① 중복 병합 ② 검증 가능한 문장으로 재기술 ③ 기능(FR)/품질(QA 후보)/제약(C) 3분류 ④ 범위 밖 기각(사유 기록)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(FR)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2140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워크로드 서빙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long-context RAG · multiturn · agent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요청을 admission→retrieval→배칭→실행→응답으로 E2E 처리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 KV 배치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GPU HBM 밖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tier(CXL·DRAM·HBF·SSD)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 두고 디바이스 특성 인지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배치·이동(승격/강등)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압축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양자화·토큰 eviction 등 압축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 KV에 적용·해제 (자체 압축 알고리즘 개발 포함)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영속·재사용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세션·사용자 단위로 영속화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하고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P/D 분리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prefill/decode 분리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구성에서 인스턴스 간 KV 전송 포함 추론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 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SLO·품질 예산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기준으로 배치×압축×재사용 수준 차등 조율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근접연산 오프로드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PIM/PNM으로 연산 오프로드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(예: 압축 연산, RAG 검색)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plug-in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Topology Model 파라미터로 등록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 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모니터링·P/D 조정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HW·SLO telemetry 수집,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N 내 P/D 비율(a:b) 자동 조정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(N 조정은 범위 외)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320040" y="444398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444398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제약사항 (C)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77316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제약사항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불변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디바이스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 설계는 변경 불가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Tier Topology Model 파라미터(대역폭·용량·지연)로만 취급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Transformer 모델 한정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최적화 대상은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cache를 갖는 Transformer 기반 모델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압축·재사용이 KV cache 전제,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탈Transformer(순수 SSM 등)는 범위 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452360" y="1792224"/>
            <a:ext cx="4419295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9" name="Text 25"/>
          <p:cNvSpPr/>
          <p:nvPr/>
        </p:nvSpPr>
        <p:spPr>
          <a:xfrm>
            <a:off x="7498080" y="1792224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경계 · Use-case (UC-01~11)</a:t>
            </a:r>
            <a:endParaRPr lang="en-US" sz="1200" dirty="0"/>
          </a:p>
        </p:txBody>
      </p:sp>
      <p:pic>
        <p:nvPicPr>
          <p:cNvPr id="30" name="Image 0" descr="/home/user/architect/docs/mcr_assets/req_use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2360" y="2121408"/>
            <a:ext cx="4419295" cy="399592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52360" y="6153912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FR이 ≥ 1개 UC에 매핑 ✓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(FR 기반 UC 11건 — 서빙 3 · KV 관리 3 · P/D 1 · 정책 1 · 오프로드 1 · plug-in 1 · 모니터링 1)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QA 도출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299655" y="630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도출 방법론(SEI 5단계·도출 체인) : 부록 B (p.27)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요구사항이 말하는 것(VOC) + 실측·문헌이 보태는 근거 →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요구 6건으로 귀결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(근거 등급: A 자체 실측 · B 문헌 · C 구조 논증)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4892040"/>
                <a:gridCol w="4480560"/>
                <a:gridCol w="21762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요구사항이 말하는 것 — VOC (누가 · 무엇을)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실측·문헌이 보태는 것 (왜 QA가 되는가)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귀결 QA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「컨텍스트 폭증으로 KV cache가 HBM 용량을 넘는다 — 이 병목 해소가 효용성 입증의 핵심」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R-07 사업부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「E2E 관점의 제품 가치 확인」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R-11 임원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「baseline 대비 E2E 정량 입증, 대표 워크로드 벤치 완주」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실측: decode 대기 70–85%(A)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decode는 memory-bandwidth-bound라 메모리 개선이 곧 성능 개선 여지 · DistServe(B): SLO 어긴 응답까지 세는 raw throughput은 과대평가 →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"지연 약속을 지키는 처리율"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필요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Performance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goodput@SLO — 과제 최종 판정 지표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R-06 User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「압축·재사용 때문에 답변 품질이 떨어지면 쓸 수 없다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저하의 상한을 보장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해달라」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압축(양자화·eviction)은 본질적으로 lossy(C) — 품질은 올리는 목표가 아니라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지키는 제약(gate)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: bound 위반 시 성능·용량 수치가 무효 · KIVI ≤2%p·H2O 예산 20% 동등(B) — near-lossless 운용이 실재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Accuracy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bound — QA1·QA3 수치의 유효 전제(gate)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R-02 MCAS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「시뮬레이션으로 예측한 이종 메모리 효과가 실측에서 재현되는지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HBM으로 동시 컨텍스트를 얼마나 더 수용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하는지 정량으로」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(HBM 용량 병목)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산식(C): Llama-2-70B 기준 32k 컨텍스트 1세션 ≈ 10.5 GB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용량이 동시성(=처리율)의 상한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vLLM: KV 낭비 60–80%→&lt;4%(B) · FlexGen: offloading 정책만으로 100×(B) — 메모리 관리가 성능을 가름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Resource Efficiency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— 이종 tier 도입의 존재 이유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R-17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「tier 조합을 바꿔가며 실험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tier 등록이 쉬워야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R-21 User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「MLA·hybrid attention 등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구조가 바뀌는 신모델을 곧바로 서빙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사업부 로드맵(HBM4/CMM-DC/HBF)이 과제 기간 중에도 갱신(A) · MLA: KV 93.3% 축소 — KV 정의 자체가 변경(B) · linear attention hybrid 상용 배치(B)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 주기가 구조 결정의 수명보다 짧다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Modifiability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디바이스·KV 구조 변화의 모듈 교체 수용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R-23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「vLLM이 유일한 선택지가 아니다 — SGLang 등 대안 부상,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framework를 갈아탈 때의 비용이 통제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되도록 종속을 관리해야」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SGLang(B): RadixAttention 기반 vLLM 동급 이상 처리율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실존하는 교체 후보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교체 비용 미통제 시 framework 종속이 MCR 고유 자산(Memory Engine·정책)의 수명을 좌우(C)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QA6 Adaptability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— 어댑터 격리·전환 공수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R-12 임원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「과제 종료 후에도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소수 인력으로 지속 유지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상시 전담팀 불가」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R-08 사업부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「자체 레퍼런스 스택을 고객에 제공」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R-13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「vLLM 추종 비용」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정규 릴리스 2주 간격(B)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구조 선택(DP1: plugin vs 독립)에 따라 추종 비용이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인월 vs 수십 인월+(A)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 한 자릿수 이상 갈림 — 유지되지 않는 스택은 제공물이 못 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Maintainability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 · 연간 유지 FTE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20040" y="6172200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품질성 발화 10건 전량은 Utility Tree(P8)에서 (중요도, 난이도) 평가 — 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6건이 상위 우선순위로 선정</a:t>
            </a:r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미선정 4건(Availability·Security·Interoperability·Scalability)의 사유는 P8 하단 기록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Utility Tree 활용한 ASR 선정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평가 기준 상세 : 부록 C (p.28~33)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 후보 10건을 (중요도, 난이도) 2축 평가 → 상위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6건을 ASR로 선정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(우선순위: 중요도 → 역할(목표&gt;gate&gt;수단) → 난이도 → 과제 본질 축)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07008"/>
                <a:gridCol w="1828800"/>
                <a:gridCol w="5843016"/>
                <a:gridCol w="548640"/>
                <a:gridCol w="548640"/>
                <a:gridCol w="640080"/>
                <a:gridCol w="38404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Scenario  [측정: 지표 + baseline]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p.28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 유지 하 최대 처리율 (goodput@SLO)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SLO(TTFT p99 ≤ 450ms · TPOT p99 ≤ 200ms) attainment ≥ 90%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 유지하는 최대 처리율 — 대표 워크로드, 동일 HW·동일 실행 구성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baseline 대비 goodput@SLO 배율 — baseline = GPU HBM 단일 tier(타겟 메모리 순증분 분리 측정)]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p.29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QA-01·03의 전제(gate)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압축(양자화·토큰 eviction)·재사용 활성화 상태로 long-context 벤치(LongBench) 수행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품질은 지키는 제약, bound 위반 시 성능·용량 수치 무효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비압축(FP16 KV)·비재사용 대비 ΔF1(%p) · 보조 ΔPPL · bound 집행 단위(요청별/전역) 판정]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p.30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(원본 환산 동시 수용량)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 품질 bound를 지키는 조건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 동시 수용 KV 총량을 원본 환산으로 측정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Σ_tier(용량×평균 압축률×KV 가용 비율) ÷ 물리 HBM 용량 — baseline = HBM 단일·비압축(1.0×)]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p.31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디바이스·KV 구조 변화 수용성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tier(HBM4/CMM-DC/HBF) 추가와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 영향 모델 변화(GQA·MLA·linear attention)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수용 실험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신규/변경 모듈 수 · 코어 변경 LOC 비율 · IF 시그니처 변경 건수 · 수용 리드타임 — baseline = 현행 코드베이스]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p.32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 적응성 (vLLM → SGLang 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시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 Engine·정책 계층 보존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결합부만 교체되는지 판정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변경 코드 비율(%) · 전환 공수(인월) — baseline = 현 framework(vLLM) 결합 구조]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p.33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개발·운영 비용 (지속 유지 가능성)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구축부터 지속 유지까지 비용 산정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선택(DP1)이 비용을 한 자릿수 이상 가름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초기 구축 인월(E2E 벤치 완주 기준) · 연간 유지보수 FTE — baseline = DP1 후보별 비용 모델]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Availability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영속 KV 자산의 유실 복구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장애로 영속 KV 일부 유실 시 재계산(re-prefill)으로 세션 복구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세션 손실 건수 · 복구 비용(goodput 저하) — baseline = 무장애 운전]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간 KV 재사용 격리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 사용자 요청의 내 KV 블록 재사용 시도 차단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cross-user KV 재사용 발생 건수(목표 0) — 재사용 범위 = 사용자/세션 내]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Interoperability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생태계 호환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기반 스택 조직이 응용 수정 없이 MCR로 전환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서빙 API 호환 여부 · 응용 코드 수정 건수]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Scalability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수평 확장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추가 시 goodput이 선형에 가깝게 확장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N노드 goodput ÷ (N × 단일 노드 goodput) — baseline = 단일 노드]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20040" y="6062472"/>
            <a:ext cx="11551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미선정 사유(전건 기록)  </a:t>
            </a:r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Availability — KV는 재계산 가능한 파생 데이터, 유실은 성능 문제로 환원(QA-01에 흡수) · Security — 실증 단계 재사용 범위를 사용자/세션 내로 한정(정책 제약으로 완화) · Interoperability — 독립 QA가 아닌 DP1의 결정 변수로 흡수 · Scalability — 고정 N 테스트베드 전제로 N 조정이 범위 외(중요도 L)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QA 정의 및 평가 기준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bin·근거 상세 : 부록 C (p.28~33)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선정 QA 6건의 정의·측정·정량 bin —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별점(★)은 문헌 앵커 기반 정량 bin으로만 판정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(QA1~QA4는 번호 = 우선순위)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417320"/>
                <a:gridCol w="2377440"/>
                <a:gridCol w="3429000"/>
                <a:gridCol w="2843784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지표 · baseline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 기준 (정량 bin)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중요도/난이도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 (추론 성능)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 유지 하 최대 처리율 (goodput@SLO) — TTFT p99 ≤ 450ms · TPOT p99 ≤ 200ms · attainment ≥ 90%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goodput@SLO 배율 — baseline = 동일 HW의 GPU HBM 단일 tier 구성 (타겟 메모리 순증분 분리)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1.5×  (★★☆ 1.1–1.5× · ★☆☆ &lt; 1.1×)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 (응답 품질)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QA1·QA3 수치의 유효 전제(gate)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ΔF1(%p, LongBench) · 보조 ΔPPL(Wikitext-2) — baseline = 비압축(FP16 KV)·비재사용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· 요청별 bound 집행  (★★☆ ≤ 2%p·전역)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 (메모리 효율)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— 원본 환산 동시 수용량 (QA2 bound 준수 조건에서만 인정)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Σ_tier(용량×압축률×가용 비율) ÷ 물리 HBM — baseline = HBM 단일·비압축(1.0×)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3×  (★★☆ 1.5–3× · ★☆☆ &lt; 1.5×)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 (확장성·진화성)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디바이스·KV 구조 변화 (GQA·MLA·linear attention) 수용 용이성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신규/변경 모듈 수 · 코어 변경 LOC 비율 · 공개 IF 시그니처 변경 건수 · 수용 리드타임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 모듈 ≤ 1 · 코어 LOC 0 · 시그니처 0건 · ≤ upstream + 2주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QA6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 (framework 적응성)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교체(vLLM → SGLang 등) 수용 비용 — 종속 위험의 크기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결합 코드 비율(%) · 교체 시 코어 변경 LOC · 전환 공수(인월)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 코드 어댑터 격리(≤ 10%) · 코어 변경 0 · 전환 ≤ 3인월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 (유지보수성)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구축(E2E 벤치 완주) + 지속 유지보수 비용 — DP1 선택이 한 자릿수 이상 가름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인월(person-month) · 연간 유지보수 FTE(rebase·추종·회귀 검증 포함)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6인월 · 유지 ≤ 0.5 FTE  (★☆☆ &gt; 24인월/2 FTE)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65760" y="5577840"/>
            <a:ext cx="11460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공통 규칙: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3단계(★★★/★★☆/★☆☆) — bin 판정 근거 없는 별점 무효 · 근거 등급 A(자체 실측)/B(문헌)/C(구조 논증) 병기 · F(forecast)/M(measured) 표기 · 설계 상한과 도달 리스크 분리 표기</a:t>
            </a:r>
            <a:endParaRPr lang="en-US" sz="8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앵커 문헌: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MLPerf(SLO·99% 정확도) · DistServe(goodput 정의) · KIVI(2-bit 실측) · KVQuant(ΔPPL) · H2O·SnapKV(eviction) · LongBench(F1) · vLLM RELEASE(2주) · SGLang(대안 framework) + 사내 40% 기준(A) · 자체 실측 decode 대기 70–85%(A)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수집 원시 요구사항 (VOC)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요구사항 수집 (p.5) · 정제 (p.6)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원시 요구사항 R-01~R-23 전량 </a:t>
            </a:r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(R-14 결번 — 유효 22건)</a:t>
            </a:r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정제 결과(FR/QA/C) 매핑 포함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44752"/>
          <a:ext cx="5661508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284068"/>
                <a:gridCol w="960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 폭증으로 KV cache가 HBM 용량을 넘어선다 — 타겟 메모리로 풀리는지가 효용성 입증의 핵심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 예측 효과가 실측에서 재현되는지 — 같은 HBM으로 동시 컨텍스트 수용량을 정량으로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수십 k 토큰 RAG 프롬프트를 매 요청 re-prefill — 같은 문서 chunk의 KV를 재사용하고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multiturn 세션이 이어질 때마다 이전 턴 컨텍스트 복원 비용이 크다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agent가 세션을 넘는 장기 기억 요구 — KV가 세션·사용자 단위로 영속하는 자산이어야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때문에 답변 품질이 떨어지면 쓸 수 없다 — 품질 저하의 상한을 보장해달라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E2E 관점에서 당사 제품의 가치를 확인할 수 있어야 — 그래야 고객도 신뢰한다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레퍼런스 스택을 가지고 있으면 고객에 제공할 수 있다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PIM/PNM 연산의 효용성을 E2E에서 테스트하고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HW 스펙은 변경 불가 — 주어진 스펙(대역폭·용량·지연)을 전제로 설계하라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HBM 단일 tier baseline 대비 개선을 E2E 정량으로 입증 — 대표 워크로드 벤치 완주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종료 후에도 소수 인력으로 지속 유지 가능해야 — 상시 전담팀 불가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0148" y="1444752"/>
          <a:ext cx="5661508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284068"/>
                <a:gridCol w="960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vLLM은 2주마다 릴리스 — 구조에 따라 추종 비용이 수십 인월로 갈린다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(결번 — v0.4 삭제: 자체 KV 압축·재사용 알고리즘 개발이 과제 범위이므로 '기존 기법 채용' 제약 불성립)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API·생태계(vLLM 호환)와의 호환성이 도입의 전제 조건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KV 계층에 없는 요청별 SLO·품질 예산 기반 정책이 차별점 — 요청마다 배치·압축·재사용 차등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조합·P/D 구성을 바꿔가며 실험 — 신규 tier 등록 용이 + 고정 노드 내 role 자동 재배분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FR-05·08·09,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디바이스 장애로 영속 KV 유실 시 세션이 깨지지 않고 복구되어야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멀티테넌트에서 사용자 간 KV 재사용이 프롬프트 유출 통로가 되지 않도록 격리 보장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규모를 늘릴 때 노드 추가만으로 선형에 가깝게 확장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MLA·hybrid attention 등 KV 구조가 바뀌는 신모델이 나오면 곧바로 서빙하고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학습 지원은 이번 과제 범위가 아니다 — 추론 서빙에 집중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판정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vLLM이 유일한 선택지가 아니다 — framework를 갈아탈 때의 비용이 통제되도록 종속 관리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QA 도출 방법론 — SEI 5단계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396935" y="63093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요구사항 → QA 도출 (p.7)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SEI 계열 표준 5단계: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 10건 → 시나리오화 → Utility Tree → QA 6건 선정·정량화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0040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분류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22건을 기능(FR) /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품질(QA 후보) / 제약(C)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3분류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393192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SEI QAW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(CMU/SEI-2003-TR-016)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63281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27" name="Text 25"/>
          <p:cNvSpPr/>
          <p:nvPr/>
        </p:nvSpPr>
        <p:spPr>
          <a:xfrm>
            <a:off x="2709001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시나리오화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663281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36433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발화를 자극→환경→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응답→응답 측정 구조의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가능 시나리오로 재기술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2736433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6-part QA Scenario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(SW Arch. in Practice)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06523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32" name="Text 30"/>
          <p:cNvSpPr/>
          <p:nvPr/>
        </p:nvSpPr>
        <p:spPr>
          <a:xfrm>
            <a:off x="5052243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명명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06523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675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시나리오를 표준 품질속성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어휘로 명명 (Performance,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Modifiability, …)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5079675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ISO/IEC 25010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SAiP 분류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349764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37" name="Text 35"/>
          <p:cNvSpPr/>
          <p:nvPr/>
        </p:nvSpPr>
        <p:spPr>
          <a:xfrm>
            <a:off x="7395484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우선순위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349764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22916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시나리오마다 (사업 중요도,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난이도) 2축 평가 —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역할(목표&gt;gate&gt;수단) tie-break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422916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ATAM Utility Tree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(CMU/SEI-2000-TR-004)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9693006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42" name="Text 40"/>
          <p:cNvSpPr/>
          <p:nvPr/>
        </p:nvSpPr>
        <p:spPr>
          <a:xfrm>
            <a:off x="9738726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선정·정량화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693006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66158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6건을 ASR로 선정,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[측정]을 문헌 앵커 기반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bin으로 정제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9766158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경계마다 근거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A(실측)/B(문헌)/C(논증)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20040" y="3639312"/>
            <a:ext cx="11551615" cy="292608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3639312"/>
            <a:ext cx="11460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도출 체인 — VOC에서 정량 bin까지 4단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365760" y="4041648"/>
            <a:ext cx="4069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 질문: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할 수 있어야(기능) / 얼마나 잘(품질) / 선택지를 지우는가(제약)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"빠르면 좋겠다"는 QA가 아니다 — 측정 가능한 response measure가 붙은 시나리오만 Utility Tree에 올림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행에 [측정: 지표+baseline]이 있고, 그 수치마다 출처(A/B/C 등급)가 있다</a:t>
            </a:r>
            <a:endParaRPr lang="en-US" sz="950" dirty="0"/>
          </a:p>
        </p:txBody>
      </p:sp>
      <p:pic>
        <p:nvPicPr>
          <p:cNvPr id="49" name="Image 0" descr="/home/user/architect/docs/mcr_assets/req_qa_ch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4023360"/>
            <a:ext cx="7208215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C-1. QA1 추론 성능 (goodput@SLO)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QA1 Performance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최종 판정 지표 — 미달 시 나머지 QA가 우수해도 무의미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H · 우선순위 1 (목표)]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SLO(TTFT p99 ≤ 450ms · TPOT p99 ≤ 200ms — MLPerf Interactive/Server 절충)를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attainment ≥ 90%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유지하며 달성하는 최대 처리율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goodput(req/s @ SLO)의 baseline 대비 배율 · 보조: decode 대기 비중(자체 실측 70–85% (A))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HW·동일 실행 구성의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 단일 tier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타겟 메모리 없이 달성 가능한 최선이므로 도입의 순증분이 분리 측정됨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통제: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P/D 분리는 전제하지 않는 실험 변수 — baseline과 MCR 양쪽에 동일 적용해 효과 상쇄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goodput@SLO ≥ 1.5×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1.1× – 1.5×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1.1× (잡음 수준) 또는 SLO attainment &lt; 90%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1.5×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 처리율 2.35–3.47×(B)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워크로드 비의존적으로 요구 가능한 보수 하한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1.1× 미만은 A/B 테스트 통상 잡음과 구분 곤란(C)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주의: DistServe 2–7.4×는 colocated→P/D 전환 효과라 bin 근거로 인용 불가 — goodput·attainment 90%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정의의 출처로만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인용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C-2. QA2 응답 품질 (bound)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QA2 Accuracy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QA1·QA3 수치의 유효 전제 — bound 위반 시 성능·용량 수치 무효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M · 우선순위 2 (gate)]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압축(양자화·토큰 eviction)·재사용으로 인한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저하의 상한 보장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품질은 올리는 목표가 아니라 지키는 제약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주지표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ΔF1(%p)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LongBench QA 태스크군 공식 지표(B), 부분 일치를 반영해 저하에 민감 · 보조 ΔPPL(Wikitext-2, 선행 신호)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모델·동일 벤치의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비압축(FP16 KV)·비재사용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품질의 이론적 상한이므로 ΔF1이 곧 압축·재사용의 품질 비용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축 추가: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bound의 집행 단위 — 요청별(차등) vs 전역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(보조 ΔPPL ≤ 0.1) · 요청별 bound 집행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2%p · 전역 bound만 보장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&gt; 2%p 또는 bound 자체를 보장 못 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2%p = 최대 압축단(2-bit)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KIVI의 LongBench 실측 저하 상한(B)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1%p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MLPerf 99% 트랙(B)보다 완화, KIVI 상한보다 엄격한 중간 경계(C)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KIVI 평균 저하는 Δ0.25점(B)이라 도달 가능 · LongBench 표본 오차(≈0.5점)와 같은 자릿수(C) · 사내 기준 1%p 계승(A)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eviction도 동일 bound: H2O KV 예산 20% 동등 성능(B) · SnapKV 92% 압축 negligible(B)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 집행 조건: K&gt;V sensitivity(B) — 압축 대상 선택이 품질을 좌우(C)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C-3. QA3 메모리 효율 (유효 KV 용량)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QA3 Resource Efficiency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HBM당 수용 컨텍스트가 비용 구조 결정 — 이종 tier 도입의 존재 이유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H · 우선순위 3 (수단)]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원본(비압축) 환산으로 동시 수용 가능한 KV 총량의 물리 HBM 용량 대비 배율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QA2 품질 bound를 지키는 조건에서만 인정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Σ_tier(tier 용량 × 평균 압축률 × KV 가용 비율) ÷ 물리 HBM 용량 · 보조: tier 활용률, 압축률 분포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단일 tier·비압축 = 1.0×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HBM이 희소 자원이라 분모를 HBM으로 고정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병목의 크기: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Llama-2-70B 기준 토큰당 ≈ 320 KB → 32k 컨텍스트 1세션 ≈ 10.5 GB — 용량이 동시성(=처리율)의 상한(C)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≥ 3×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1.5× – 3×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1.5× (압축 단독 대비 열위)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21868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21868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621024"/>
            <a:ext cx="5242255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단독 도달선 1.5×: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 2-bit peak memory 2.6× 절감·batch 4×(B)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압축만 잘 써도 도달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결합 상단: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FlexGen offloading 정책만으로 최대 100×(B)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vLLM: KV 낭비 60–80% → &lt;4%(B)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tier+압축을 결합하는 MCR은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3×를 상위 bin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요구 — 1.5× 미만이면 이종 tier 도입의 존재 이유 미달(C)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C-4. QA4 확장성·진화성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QA4 Modifiability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코어/모듈 경계는 되돌리기 어려운 초기 결정 — 중장기 생존성 좌우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H · 우선순위 4]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메모리 디바이스(HBM4/CMM-DC/HBF)와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구조 영향 모델 변화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(GQA/MQA · MLA · sliding-window · linear attention 계열)의 수용 비용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(a) tier 추가: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신규/변경 모듈 수 · 코어 변경 LOC 비율(%) · 공개 IF(KV Locator·CompressionOp) 시그니처 변경 건수 · 기능 변경 비율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(b) 모델 변화: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수용 리드타임 (upstream 공개 시점 기준) — baseline = 현행 코드베이스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코어/모듈 판별: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시 다른 모듈들을 재검증해야 하면 코어, 그 부품만 재검증하면 모듈 (시그니처 변경은 항상 코어)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추가 = topology 파라미터 등록 + 어댑터 모듈 ≤ 1 · 코어 변경 LOC 0 · 시그니처 변경 0건 · 모델 변화 수용 ≤ upstream + 2주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변경(또는 기능 변경) ≤ 전체의 40% · 하위호환 시그니처 변경만 · ≤ upstream + 1분기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변경 &gt; 40% · 비호환 시그니처 변경 · 수용 &gt; 1분기 (만성 지연)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941064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941064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4343400"/>
            <a:ext cx="5242255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 과제 원본 덱 QA-01의 사내 측정 기준 계승(A)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upstream + 2주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vLLM 정규 릴리스 2주 간격(B)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한 릴리스 주기 내 추종 = 실질 동시 지원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1분기 초과 ≈ 릴리스 6회 누락 → 생태계 대비 만성 열세(C)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변화의 실재: MLA — KV 93.3% 축소(B) · linear attention — KV를 고정 크기 상태로 대체(B), MiniMax-01 상용 배치(B)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C-5. QA6 framework 적응성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QA6 Adaptability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framework 종속 리스크 통제 — 산출물(레퍼런스 스택)의 수명 좌우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H · 우선순위 5]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framework 교체(vLLM → SGLang 등) 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MCR 고유 자산(Memory Engine · 배치·압축·재사용 정책)을 보존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능력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framework 결합 코드 비율(%) — 정적 분석 ② 교체 시 코어(Memory Engine·정책·공개 IF) 변경 LOC ③ 전환 공수(인월) — 파일럿 포팅 또는 견적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framework(vLLM) 결합 구조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교체 비용이 곧 종속 위험의 크기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평가 시: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결합부 정적 분석 결과를 근거로 제시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 코드가 어댑터 계층에 격리(≤ 전체의 10%) · 교체 시 코어 변경 0 · 전환 ≤ 3인월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교체 시 코어 변경 ≤ 전체의 40% · 전환 ≤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사실상 전면 재작성(&gt; 40%) 또는 전환 &gt;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49300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49300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895344"/>
            <a:ext cx="52422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10%·3인월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ports-and-adapters 성립 시 결합부가 인터페이스 구현 계층에 국한된다는 구조 논증(C)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plugin형 초기 구축 '수 인월'(A)에서 포팅은 그 이하라는 추정(C)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= 사내 기준(A, QA4와 동일 계승)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대안의 실재: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SGLang — RadixAttention 기반, vLLM 동급 이상 처리율 보고(B)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C-6. QA5 유지보수성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QA5 Maintainability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가능성 좌우 — DP1(plugin vs 독립) 선택이 비용을 한 자릿수 이상 가름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M · 우선순위 6]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구축(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워크로드 E2E 벤치 완주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까지) + 지속 유지보수 비용 (구 Affordability — ISO/IEC 25010 어휘로 개칭)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 인월(person-month) · 연간 유지보수 FTE — upstream 추종(rebase, 2주 주기)·회귀 검증 포함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후보별 비용 모델(02 문서 실측 표현)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plugin형 '초기 수 인월' vs 독립형 '초기 수십 인월+, 상시 유지 인력'(A)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6인월 · 유지 ≤ 0.5 FTE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24인월 · 유지 ≤ 2 FTE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&gt; 24인월 또는 유지 &gt; 2 FTE (상시 전담팀)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수치 = 02 문서의 실측 표현(A)을 bin으로 수치화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 FTE = plugin 경계 유지 시 2주 릴리스 주기당 ~수일의 추종 비용(C)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FTE = fork rebase 비용이 6–12개월 후 급증한다는 관찰(02 §DP1, C)에서 fork/독립 유지의 하한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2026-07-19T06:28:25Z</dcterms:created>
  <dcterms:modified xsi:type="dcterms:W3CDTF">2026-07-19T06:28:25Z</dcterms:modified>
</cp:coreProperties>
</file>