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성능 목표의 축별 분해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QA1 ★★★ = 두 축 각 2× 동시 달성 —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DP로는 불가, TTFT축 승자 × throughput축 승자 조합이 필요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1408176"/>
            <a:ext cx="11231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각 DP는 대개 한 축에 작용 · 별점은 담당 축의 배율(설계 단계 예측 F) · 상보 축은 sibling DP가 완성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0" y="2148840"/>
            <a:ext cx="2544775" cy="2880360"/>
          </a:xfrm>
          <a:prstGeom prst="roundRect">
            <a:avLst>
              <a:gd name="adj" fmla="val 2875"/>
            </a:avLst>
          </a:prstGeom>
          <a:solidFill>
            <a:srgbClr val="FFC000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258568"/>
            <a:ext cx="2544775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
</a:t>
            </a:r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
</a:t>
            </a:r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≥ 2×
AND
throughput ≥ 2×
</a:t>
            </a:r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4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 동시 —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4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DP 불가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" y="1783080"/>
            <a:ext cx="2148840" cy="157276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783080"/>
            <a:ext cx="73152" cy="1572768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" y="1783080"/>
            <a:ext cx="19476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축</a:t>
            </a:r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(prefill)
</a:t>
            </a:r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· retrieval
</a:t>
            </a:r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토큰까지 단축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783080"/>
          <a:ext cx="644652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88920"/>
                <a:gridCol w="30906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축별 2× 승자 후보 (★★★ 상한)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(F · A/B/C)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후보2 — 비연속 chunk 재사용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 2.2–3.3×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(CacheBlend, B)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후보2 — 인덱스 유도 검색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QPS ≤10.7×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(SmartANNS, B)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후보2 — 검색 가능 KV tier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hit ≡ KV hit →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 재계산 소멸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8732520" y="2423160"/>
            <a:ext cx="612648" cy="292608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28" name="Shape 25"/>
          <p:cNvSpPr/>
          <p:nvPr/>
        </p:nvSpPr>
        <p:spPr>
          <a:xfrm>
            <a:off x="320040" y="3493008"/>
            <a:ext cx="2148840" cy="1901952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3493008"/>
            <a:ext cx="73152" cy="19019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" y="3493008"/>
            <a:ext cx="194767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 축</a:t>
            </a:r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(decode)
</a:t>
            </a:r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· 압축 · flip
</a:t>
            </a:r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처리량 확대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3493008"/>
          <a:ext cx="644652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88920"/>
                <a:gridCol w="30906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축별 2× 승자 후보 (★★★ 상한)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(F · A/B/C)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후보2 — Memory Engine 자율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μs tail 방어 +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KIVI 2.35–3.47×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(B)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후보2 — capability-aware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 PIM 오프로드 →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사이클 보존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후보2 — 공유 tier 스테이징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drain-free flip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부하 추종 재배치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후보2 — attention 오프로드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직격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2.81×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(AttAcc, B)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8732520" y="4297680"/>
            <a:ext cx="612648" cy="292608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33" name="Shape 29"/>
          <p:cNvSpPr/>
          <p:nvPr/>
        </p:nvSpPr>
        <p:spPr>
          <a:xfrm>
            <a:off x="320040" y="5532120"/>
            <a:ext cx="11551615" cy="749808"/>
          </a:xfrm>
          <a:prstGeom prst="rect">
            <a:avLst/>
          </a:prstGeom>
          <a:solidFill>
            <a:srgbClr val="F2ECD9"/>
          </a:solidFill>
          <a:ln w="12700">
            <a:solidFill>
              <a:srgbClr val="843C0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7200" y="553212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43C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DP1 (실행 스택 소싱) = 두 축 공통 substrate   </a:t>
            </a:r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후보2 자체 구현형</a:t>
            </a:r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co-design으로 두 축 동시 2× 개방 (★★★ 상한 / 도달 리스크 ★☆ — vLLM 배칭 재현) · </a:t>
            </a:r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후보1 외부 스택 활용형</a:t>
            </a:r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확장점 제약으로 두 축 모두 1.5–2× 상한 (★★☆) — throughput은 co-scheduling 미회수, TTFT는 비연속 재사용 제약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2026-07-19T11:26:23Z</dcterms:created>
  <dcterms:modified xsi:type="dcterms:W3CDTF">2026-07-19T11:26:23Z</dcterms:modified>
</cp:coreProperties>
</file>