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78992"/>
          <a:ext cx="5675224" cy="5367528"/>
        </p:xfrm>
        <a:graphic>
          <a:graphicData uri="http://schemas.openxmlformats.org/drawingml/2006/table">
            <a:tbl>
              <a:tblPr/>
              <a:tblGrid>
                <a:gridCol w="1554480"/>
                <a:gridCol w="4120744"/>
              </a:tblGrid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(Memory-Centric Runtime)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계층화된 이종 메모리 기반 LLM 추론 런타임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목표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메모리 시스템 위 LLM 추론 goodput@SLO 극대화 런타임(MCR) 아키텍처 설계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자사 memory-centric 디바이스의 레퍼런스 SW 스택으로 성립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 인력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8080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8080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196432" y="1078992"/>
            <a:ext cx="5675224" cy="536752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6432" y="3579876"/>
            <a:ext cx="5675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Overall Architecture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단계가 추론 시간을 지배 — memory-bandwidth-bound 연산, 자체 P/D 벤치 실측 대기시간 70–85%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cache가 컨텍스트·세션 수에 비례 증가 → HBM 용량 압박, agent는 세션 넘는 장기 기억 요구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4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Memory-Centric 디바이스 포트폴리오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PIM · PNM · Custom HBM · HBF · CXL 메모리 확장 등 자사 memory-centric 제품군 확보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37634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 · 대역폭 · 용량의 서로 다른 축 → 조합 시 GPU HBM 단일 체계로 불가능한 설계 공간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37634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공간의 재정의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연산기 중심 → 메모리 중심: '연산을 데이터가 있는 곳으로' (PIM/PNM), 배치·이동·스케줄 가정 재검토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55229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심화: HBM–HBF–DRAM–CXL–SSD 5단↑ → 정적 tiering 한계, 기존 vLLM 가정 수용 불가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55229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이종 메모리 1급 런타임 아키텍처 (기술 요구)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계층화 이종 메모리·근접연산을 1급 개념으로 수용 (←배경 1.3): topology model, 정책/메커니즘 분리, 결합방식 DP화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배치×압축×재사용 joint orchestration (←배경 1.1): SLO·품질 예산 기준 공동 조율, 장기 기억까지 시간축 확장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6432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4"/>
          <p:cNvSpPr/>
          <p:nvPr/>
        </p:nvSpPr>
        <p:spPr>
          <a:xfrm>
            <a:off x="6242152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스택 &amp; E2E 증명 (사업 가치)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2152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메모리 제품군의 레퍼런스 SW 스택 (←배경 1.2): 응용(LLM 서빙)과 디바이스를 잇는 스택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6432" y="2286000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42152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단일 tier 대비 성능 개선을 정량 입증하는 E2E 증명 vehicle → 설계 산출물이자 SW 사업 자산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6432" y="4828032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범위 · 목적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계층화 이종 메모리 위 LLM 추론 goodput@SLO 극대화 런타임 MCR 아키텍처 설계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memory-centric 디바이스의 레퍼런스 스택으로 성립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= 설계 과제 결과물 + 메모리 사업 SW 자산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(In Scope)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83354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MCR 레퍼런스 아키텍처 설계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3-패키지(Orchestration/Inference/Memory Engine) · 공개 IF(KV Locator, CompressionOp) · Tier Topology Model plug-in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설계결정(DP) 도출·평가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실행구조(vLLM 확장 vs 독립) · DP2 KV 관리주체(중앙 vs 자율) — 후보·QA평가·ADR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실행경로 확보·정량 성능 증명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RAG/multiturn/agent memory 워크로드, GPU HBM baseline 대비 goodput@SLO·유효 KV capacity·품질 bound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4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외 (Out of Scope)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00949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디바이스 HW 설계 자체 — Topology Model 파라미터(대역폭·용량·지연)로만 취급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학습·압축 알고리즘 자체 개발 — 기존 기법 채용, 조율 구조·정책 위치를 다룸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 인프라 provisioning — desired state 산출까지가 런타임 책임, 집행은 인프라 계층 위임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2026-07-14T20:25:10Z</dcterms:created>
  <dcterms:modified xsi:type="dcterms:W3CDTF">2026-07-14T20:25:10Z</dcterms:modified>
</cp:coreProperties>
</file>