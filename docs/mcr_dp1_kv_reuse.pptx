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DP-01. KV 캐시 재사용성 제고 — 문제 정의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11551615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11460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499616"/>
            <a:ext cx="6146432" cy="290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①(과제 필요성 Ⅱ): 재사용이 prefix 정확 일치·요청 수명에 갇혀 있고, 하위 tier 복원의 손익 판단이 없다 ⇒ 수십 k 토큰을 매 요청 전체 re-prefill — TTFT 지배 (R-03·04·05)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 → (커버리지 확장): RAG는 chunk 순서·프롬프트 변경만으로 prefix hit 0 — 비접두 재사용 없이는 워크로드 3종 전반 TTFT ≥ 2×(QA3) 미달 위험. CacheBlend: 비접두+선택 재계산으로 TTFT 2.2–3.3×(B)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 ← (무손실·단순성): 비접두 재사용은 cross-attention 무시의 품질 비용 F1/Rouge-L 0.01–0.03(B) — QA2 gate(ΔF1 ≤ 1%p 요청별)와 긴장. 부분 재계산 경로는 prefill 파이프라인 코어에 배선(QA5 감점 요인)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복원 역전: tier 대역폭 계단(~10×/tier)에서 SSD 복원이 재계산보다 느린 구간이 실재(C) — 판단 구조 없는 영속화는 이득을 스스로 상쇄</a:t>
            </a:r>
            <a:endParaRPr lang="en-US" sz="1150" dirty="0"/>
          </a:p>
        </p:txBody>
      </p:sp>
      <p:pic>
        <p:nvPicPr>
          <p:cNvPr id="22" name="Image 0" descr="/home/user/architect/docs/mcr_assets/dp1s1_probl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6512" y="1499616"/>
            <a:ext cx="5085143" cy="2907243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320040" y="4516587"/>
            <a:ext cx="1155161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1"/>
          <p:cNvSpPr/>
          <p:nvPr/>
        </p:nvSpPr>
        <p:spPr>
          <a:xfrm>
            <a:off x="365760" y="4516587"/>
            <a:ext cx="11460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쟁점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4937211"/>
            <a:ext cx="11460175" cy="1509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hit 판정의 주소화 방식 — prefix(radix) 트리인가, 내용 주소화(chunk) + 부분 재계산 경로 신설인가 (KV Index 구조와 prefill 실행 흐름이 갈림)</a:t>
            </a:r>
            <a:endParaRPr lang="en-US" sz="11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영속 단위·공유 범위 — 세션 내 vs 사용자 단위, 동일 chunk의 세션 간 공유(dedup)를 인정하는가 (용량·격리에 영향)</a:t>
            </a:r>
            <a:endParaRPr lang="en-US" sz="11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하위 tier hit의 활용 판단 — 무조건 복원(고정 규칙)인가, 복원 vs 재계산 비용 추정기(+telemetry 결합)를 두는가</a:t>
            </a:r>
            <a:endParaRPr lang="en-US" sz="11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(DP2·DP4 커플링) 재사용 대상 KV의 pruning 허용 여부는 DP2(자산 표현)가, 판단 정책이 사는 곳은 DP4(조율 주체)가 제약 — 본 DP는 두 결정의 상류 입력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DP-01. KV 캐시 재사용성 제고 — 후보구조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960120" cy="310896"/>
          </a:xfrm>
          <a:prstGeom prst="rect">
            <a:avLst/>
          </a:prstGeom>
          <a:solidFill>
            <a:srgbClr val="3C5F2C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10789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280160" y="1078992"/>
            <a:ext cx="5295748" cy="310896"/>
          </a:xfrm>
          <a:prstGeom prst="rect">
            <a:avLst/>
          </a:prstGeom>
          <a:solidFill>
            <a:srgbClr val="3C5F2C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1078992"/>
            <a:ext cx="52957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 — prefix 보수형 (정확 일치 · 즉시 복원)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75908" y="1078992"/>
            <a:ext cx="5295748" cy="310896"/>
          </a:xfrm>
          <a:prstGeom prst="rect">
            <a:avLst/>
          </a:prstGeom>
          <a:solidFill>
            <a:srgbClr val="3C5F2C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75908" y="1078992"/>
            <a:ext cx="52957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2 — 비접두 확장형 (내용 주소화 · 선택 재계산 · 비용 판단)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1389888"/>
            <a:ext cx="960120" cy="2011680"/>
          </a:xfrm>
          <a:prstGeom prst="rect">
            <a:avLst/>
          </a:prstGeom>
          <a:solidFill>
            <a:srgbClr val="1F3864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1389888"/>
            <a:ext cx="960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280160" y="1389888"/>
            <a:ext cx="52957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pic>
        <p:nvPicPr>
          <p:cNvPr id="28" name="Image 0" descr="/home/user/architect/docs/mcr_assets/dp1s1_c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1435608"/>
            <a:ext cx="5204308" cy="192024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6575908" y="1389888"/>
            <a:ext cx="52957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pic>
        <p:nvPicPr>
          <p:cNvPr id="30" name="Image 1" descr="/home/user/architect/docs/mcr_assets/dp1s1_c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1628" y="1435608"/>
            <a:ext cx="5204308" cy="192024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320040" y="3401568"/>
            <a:ext cx="960120" cy="640080"/>
          </a:xfrm>
          <a:prstGeom prst="rect">
            <a:avLst/>
          </a:prstGeom>
          <a:solidFill>
            <a:srgbClr val="1F3864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20040" y="340156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1280160" y="3401568"/>
            <a:ext cx="52957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1371600" y="3447288"/>
            <a:ext cx="5112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Index = prefix(radix) 트리 — 접두 일치 시만 hit. 세션·사용자 영속 + hit 시 즉시 복원(고정 규칙). 신규 컴포넌트 0 — 모듈 국소 변경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575908" y="3401568"/>
            <a:ext cx="52957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667348" y="3447288"/>
            <a:ext cx="5112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Index = 내용 주소화 chunk 인덱스(비접두 hit·chunk dedup) + prefill에 선택 재계산(HKVD) 경로 신설 + 복원 vs 재계산 비용 추정기(telemetry 결합)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320040" y="4041648"/>
            <a:ext cx="960120" cy="777240"/>
          </a:xfrm>
          <a:prstGeom prst="rect">
            <a:avLst/>
          </a:prstGeom>
          <a:solidFill>
            <a:srgbClr val="1F3864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20040" y="4041648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1280160" y="4041648"/>
            <a:ext cx="5295748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1371600" y="4087368"/>
            <a:ext cx="51128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재사용에 의한 품질 저하 = 0 (구조적 보장 — QA2 ★★★의 직접 근거)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인덱스·파이프라인 무변경 — KV 구조 변화(MLA 등) 수용 시 재작업 최소(QA5)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6575908" y="4041648"/>
            <a:ext cx="5295748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667348" y="4087368"/>
            <a:ext cx="51128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포함 전 워크로드 커버 — TTFT 2.2–3.3×(B, CacheBlend)로 QA3 bin 직접 달성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 공유(dedup)로 유효 용량 기여(QA4) + 비용 판단으로 복원 역전 회피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320040" y="4818888"/>
            <a:ext cx="960120" cy="777240"/>
          </a:xfrm>
          <a:prstGeom prst="rect">
            <a:avLst/>
          </a:prstGeom>
          <a:solidFill>
            <a:srgbClr val="1F3864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20040" y="4818888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단점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1280160" y="4818888"/>
            <a:ext cx="5295748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1371600" y="4864608"/>
            <a:ext cx="51128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chunk 재배열에 hit 0 — 3종 워크로드 전반 TTFT 2× 미달 위험(QA3)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 공유 불가(세션별 중복 저장) + 복원 역전 구간 무방비(QA4·QA3)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575908" y="4818888"/>
            <a:ext cx="5295748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667348" y="4864608"/>
            <a:ext cx="51128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비용 0.01–0.03(B) — 요청별 bound(QA2) 집행 설계 부담·검증 비용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재계산 경로가 코어 배선 — KV 구조 변화 시 인덱스·재계산 로직 재작업(QA5)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320040" y="5596128"/>
            <a:ext cx="960120" cy="640080"/>
          </a:xfrm>
          <a:prstGeom prst="rect">
            <a:avLst/>
          </a:prstGeom>
          <a:solidFill>
            <a:srgbClr val="1F3864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20040" y="559612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Trade-off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(QA 평가)</a:t>
            </a:r>
            <a:endParaRPr lang="en-US" sz="1050" dirty="0"/>
          </a:p>
        </p:txBody>
      </p:sp>
      <p:sp>
        <p:nvSpPr>
          <p:cNvPr id="51" name="Shape 47"/>
          <p:cNvSpPr/>
          <p:nvPr/>
        </p:nvSpPr>
        <p:spPr>
          <a:xfrm>
            <a:off x="1280160" y="5596128"/>
            <a:ext cx="52957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1371600" y="5641848"/>
            <a:ext cx="5112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 ★★☆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1B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★★★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QA3 ★★☆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QA4 ★★☆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1B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QA5 ★★★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무손실·단순성 축 우위 (F)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6575908" y="5596128"/>
            <a:ext cx="52957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667348" y="5641848"/>
            <a:ext cx="5112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 ★★☆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★★☆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1B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QA3 ★★★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1B7A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QA4 ★★★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QA5 ★★☆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커버리지·용량 축 우위 (F)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2026-07-26T05:13:10Z</dcterms:created>
  <dcterms:modified xsi:type="dcterms:W3CDTF">2026-07-26T05:13:10Z</dcterms:modified>
</cp:coreProperties>
</file>