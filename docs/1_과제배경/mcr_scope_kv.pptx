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범위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4069080" cy="3108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전체 AI SW 스택 — 본 과제 = 추론 서빙 런타임 계층</a:t>
            </a:r>
            <a:endParaRPr lang="en-US" sz="1150" dirty="0"/>
          </a:p>
        </p:txBody>
      </p:sp>
      <p:pic>
        <p:nvPicPr>
          <p:cNvPr id="21" name="Image 0" descr="/home/user/architect/docs/mcr_assets/scope_ai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672" y="1481328"/>
            <a:ext cx="3861816" cy="496519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714708" y="1078992"/>
            <a:ext cx="5111227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3" name="Text 20"/>
          <p:cNvSpPr/>
          <p:nvPr/>
        </p:nvSpPr>
        <p:spPr>
          <a:xfrm>
            <a:off x="6760428" y="1078992"/>
            <a:ext cx="50197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런타임 확대: MCR 전체 구조(확정안 v2)와 1단계 범위</a:t>
            </a:r>
            <a:endParaRPr lang="en-US" sz="1150" dirty="0"/>
          </a:p>
        </p:txBody>
      </p:sp>
      <p:pic>
        <p:nvPicPr>
          <p:cNvPr id="24" name="Image 1" descr="/home/user/architect/docs/mcr_assets/scope_mcr_st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708" y="1481328"/>
            <a:ext cx="5111227" cy="496519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480560" y="3420405"/>
            <a:ext cx="2142708" cy="292608"/>
          </a:xfrm>
          <a:prstGeom prst="rightArrow">
            <a:avLst/>
          </a:prstGeom>
          <a:solidFill>
            <a:srgbClr val="9AA0A6"/>
          </a:solidFill>
          <a:ln/>
        </p:spPr>
      </p:sp>
      <p:sp>
        <p:nvSpPr>
          <p:cNvPr id="26" name="Text 22"/>
          <p:cNvSpPr/>
          <p:nvPr/>
        </p:nvSpPr>
        <p:spPr>
          <a:xfrm>
            <a:off x="4434840" y="3091221"/>
            <a:ext cx="22341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2026-07-26T13:41:10Z</dcterms:created>
  <dcterms:modified xsi:type="dcterms:W3CDTF">2026-07-26T13:41:10Z</dcterms:modified>
</cp:coreProperties>
</file>