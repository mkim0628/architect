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실행 스택 소싱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3605077" cy="344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결정 — 실행 스택(Inference·Memory Engine)을 외부 채택할지 자체 구현할지, 그 경계선을 어디에 둘 것인가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구조도 ①②③ = vLLM의 「KV = GPU HBM 상주」 가정이 만드는 3대 구조적 마찰점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 압력 — LMCache가 KV-계층 표준 선점: 경쟁(자체)할지 편승(외부)할지</a:t>
            </a:r>
            <a:endParaRPr lang="en-US" sz="1150" dirty="0"/>
          </a:p>
        </p:txBody>
      </p:sp>
      <p:pic>
        <p:nvPicPr>
          <p:cNvPr id="22" name="Image 0" descr="/home/user/architect/docs/mcr_assets/dp/dp1_problem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45157" y="1499616"/>
            <a:ext cx="7626498" cy="344399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5053340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5053340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5473964"/>
            <a:ext cx="11460175" cy="97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경계선의 위치 — 차별 가치(tier-aware 배치·비연속 KV 1급 관리·근접 연산)가 외부 확장 통로(vLLM 확장점·LMCache 훅) 안에서 표현 가능한가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확장점 밖 수정 지점(scheduler tier 인지, block table 일반화)이 연구·제품 가치의 핵심인가 주변부인가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감당 가능한 유지보수 모델 — plugin 추종 / fork rebase / 독립 코어 / KV-계층 백엔드 추종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(DP2·DP6 커플링) 채택안·변형이 정책 위치와 근접연산 통로의 실현 가능 집합을 제약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실행 스택 소싱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외부 스택 활용형 (vLLM 생태계)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자체 구현형 (독립 framework)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1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1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 Engine = vLLM(무수정), KV 골격은 변형 A(MCR 자체 주입)/B(LMCache 편승)로 소싱 — 자사 tier 자산은 변형 공통 모듈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 전 층 자체 구현 — scheduler·block table·executor가 tier topology를 1급으로 인지 (확정안 v2의 무제약 구현)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무임승차 — 배칭·커널·모델 지원 흡수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코어 · 현 자산(P/D proxy·LMCache 연동) 재사용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≤6인월 — 연구 가설 검증 리드타임 최단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placement×scheduling 진짜 co-design — 이론 상한 최고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HW 로드맵(HBM4·CMM-DC·HBF) 무제약 수용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주도권·IP 확보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scheduler tier 비인지 — co-scheduling 이득 미회수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비연속·압축 KV는 block table 밖 2급 시민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"vLLM 애드온" 인식 리스크 (변형 B는 희석 더 강함)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재구현 수십 인월+ — vLLM 동등 baseline 도달 리스크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미검증 실행 코어의 수치 검증 부담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모델·기법 영구 추종 (리드타임 만성 열세)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★★★(도달 ★☆)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★☆☆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DP-02. KV 배치·압축의 관리 주체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3605077" cy="344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결정 — 이종 tier 위 KV의 배치·압축·이동을 누가 결정하는가: 품질 예산의 집행 주체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결정에 필요한 두 정보(요청 문맥·자원 상태)가 서로 다른 패키지에 있음 — 우측 구조도의 「?」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문맥 = orchestration만 앎 / 자원 상태 = memory engine만 신선하게 앎 (μs~ms 변화)</a:t>
            </a:r>
            <a:endParaRPr lang="en-US" sz="1150" dirty="0"/>
          </a:p>
        </p:txBody>
      </p:sp>
      <p:pic>
        <p:nvPicPr>
          <p:cNvPr id="22" name="Image 0" descr="/home/user/architect/docs/mcr_assets/dp/dp2_problem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45157" y="1499616"/>
            <a:ext cx="7626498" cy="344399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5053340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5053340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5473964"/>
            <a:ext cx="11460175" cy="97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품질 예산을 요청별로 차등 집행하려면 — 요청 문맥을 어느 레벨까지 내릴 것인가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메모리 압박 스파이크 대응은 μs 반응 필요 — 어느 레벨까지 자율성을 줄 것인가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Memory Engine의 독립 재사용성(타 엔진 이식·생태계 전략)을 policy 결합이 훼손하지 않는가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(DP1 커플링) 외부 스택에선 중앙 정책을 엔진 scheduler에 심을 수 없음 — 변형 B(LMCache)는 제약 최강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DP-02. KV 배치·압축의 관리 주체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Orchestration 중앙 정책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Memory Engine 자율 (hint)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2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2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Scheduling에 KV Placement &amp; Compression Policy 신설 — Router가 목표 tier·압축 수준·재사용까지 지시, Memory Engine은 집행 전담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Manager가 자체 정책(접근 온도·watermark) 내장 — Orchestration은 얇은 hint API(pin·priority·품질 예산)만 (madvise 모델)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최적화 — quality-aware joint orchestration의 구현 위치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품질 예산 중앙 집행 — 품질 편차 통제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로직 단일화 — 설명가능성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μs 즉시 반응 — 압박 스파이크 흡수 (tail 방어)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인터페이스 — DP1 후보1과 가장 정합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Engine 독립 이식성 — 생태계 전략 부합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단위 제어 루프 — μs 스파이크에 늦음 (tail 악화)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상태 상시 상향 보고 — 인터페이스 비대·결합도↑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Engine이 수동 executor로 격하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부재 — 재사용 예정 KV 오강등, 전역 최적 미달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예산 로컬 집행 — 요청 간 품질 편차, joint orchestration 기여 소실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2026-07-19T13:42:55Z</dcterms:created>
  <dcterms:modified xsi:type="dcterms:W3CDTF">2026-07-19T13:42:55Z</dcterms:modified>
</cp:coreProperties>
</file>