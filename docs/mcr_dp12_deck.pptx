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DP-01. 실행 스택 소싱 — 문제 정의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/ 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4274098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41826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정의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463040"/>
            <a:ext cx="4182658" cy="1852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50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결정 — 실행 스택(Inference·Memory Engine)을 외부 채택할지 자체 구현할지, 그 경계선을 어디에 둘 것인가</a:t>
            </a:r>
            <a:endParaRPr lang="en-US" sz="105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50" dirty="0">
                <a:solidFill>
                  <a:srgbClr val="B3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우측 구조도 ①②③ = vLLM의 「KV = GPU HBM 상주」 가정이 만드는 3대 구조적 마찰점</a:t>
            </a:r>
            <a:endParaRPr lang="en-US" sz="105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 압력 — LMCache가 KV-계층 표준 선점: 경쟁(자체)할지 편승(외부)할지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20040" y="3388218"/>
            <a:ext cx="4274098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3388218"/>
            <a:ext cx="41826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쟁점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65760" y="3772266"/>
            <a:ext cx="4182658" cy="2655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경계선의 위치 — 차별 가치(tier-aware 배치·비연속 KV 1급 관리·근접 연산)가 외부 확장 통로(vLLM 확장점·LMCache 훅) 안에서 표현 가능한가</a:t>
            </a:r>
            <a:endParaRPr lang="en-US" sz="10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확장점 밖 수정 지점(scheduler tier 인지, block table 일반화)이 연구·제품 가치의 핵심인가 주변부인가</a:t>
            </a:r>
            <a:endParaRPr lang="en-US" sz="10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감당 가능한 유지보수 모델 — plugin 추종 / fork rebase / 독립 코어 / KV-계층 백엔드 추종</a:t>
            </a:r>
            <a:endParaRPr lang="en-US" sz="10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(DP2·DP6 커플링) 채택안·변형이 정책 위치와 근접연산 통로의 실현 가능 집합을 제약</a:t>
            </a:r>
            <a:endParaRPr lang="en-US" sz="1050" dirty="0"/>
          </a:p>
        </p:txBody>
      </p:sp>
      <p:pic>
        <p:nvPicPr>
          <p:cNvPr id="25" name="Image 0" descr="/home/user/architect/docs/mcr_assets/dp/dp1_problem_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50170" y="1422261"/>
            <a:ext cx="7021486" cy="468099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DP-01. 실행 스택 소싱 — 후보구조 비교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20040" y="1078992"/>
            <a:ext cx="5638648" cy="274320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1 — 외부 스택 활용형 (vLLM 생태계)</a:t>
            </a:r>
            <a:endParaRPr lang="en-US" sz="1100" dirty="0"/>
          </a:p>
        </p:txBody>
      </p:sp>
      <p:pic>
        <p:nvPicPr>
          <p:cNvPr id="20" name="Image 0" descr="/home/user/architect/docs/mcr_assets/dp/dp1_c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5209" y="1408176"/>
            <a:ext cx="2608309" cy="3447288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6233008" y="1078992"/>
            <a:ext cx="5638648" cy="274320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2 — 자체 구현형 (독립 framework)</a:t>
            </a:r>
            <a:endParaRPr lang="en-US" sz="1100" dirty="0"/>
          </a:p>
        </p:txBody>
      </p:sp>
      <p:pic>
        <p:nvPicPr>
          <p:cNvPr id="22" name="Image 1" descr="/home/user/architect/docs/mcr_assets/dp/dp1_c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5188" y="1408176"/>
            <a:ext cx="2814287" cy="3447288"/>
          </a:xfrm>
          <a:prstGeom prst="rect">
            <a:avLst/>
          </a:prstGeom>
        </p:spPr>
      </p:pic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65192"/>
          <a:ext cx="1155161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318608"/>
                <a:gridCol w="5318608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후보 1 — 외부 스택 활용형 (vLLM 생태계)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후보 2 — 자체 구현형 (독립 framework)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Inference Engine = vLLM(무수정), KV 골격은 변형 A(MCR 자체)/B(LMCache 편승)로 소싱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스택 전 층 자체 구현 — scheduler·block table·executor가 tier topology를 1급 인지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생태계 무임승차(배칭·커널·모델)  ·  검증된 코어·현 자산 재사용  ·  초기 ≤6인월 — 리드타임 최단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placement×scheduling 진짜 co-design  ·  자사 HW 로드맵 무제약 수용  ·  아키텍처 주도권·IP 확보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scheduler tier 비인지 → co-scheduling 미회수  ·  비연속·압축 KV는 block table 밖 2급  ·  "vLLM 애드온" 인식 리스크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재구현 수십 인월+ · baseline 도달 리스크  ·  미검증 실행 코어 수치 검증 부담  ·  신규 모델·기법 영구 추종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Trade-off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(QA 평가)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B340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QA1 ★★☆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 · 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B340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QA2 ★★☆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 · 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7A4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QA3 ★★★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 · 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7A4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QA4 ★★☆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 · 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7A4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QA5 ★★★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7A4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QA1 ★★★(도달★☆)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 · 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7A4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QA2 ★★★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 · 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B340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QA3 ★☆☆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 · 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B340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QA4 ★☆☆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 · 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B340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QA5 ★☆☆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DP-02. KV 배치·압축의 관리 주체 — 문제 정의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4274098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41826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정의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463040"/>
            <a:ext cx="4182658" cy="1852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50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결정 — 이종 tier 위 KV의 배치·압축·이동을 누가 결정하는가: 품질 예산의 집행 주체</a:t>
            </a:r>
            <a:endParaRPr lang="en-US" sz="105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50" dirty="0">
                <a:solidFill>
                  <a:srgbClr val="B3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결정에 필요한 두 정보(요청 문맥·자원 상태)가 서로 다른 패키지에 있음 — 우측 구조도의 「?」</a:t>
            </a:r>
            <a:endParaRPr lang="en-US" sz="105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문맥 = orchestration만 앎 / 자원 상태 = memory engine만 신선하게 앎 (μs~ms)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20040" y="3388218"/>
            <a:ext cx="4274098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3388218"/>
            <a:ext cx="41826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쟁점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65760" y="3772266"/>
            <a:ext cx="4182658" cy="2655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품질 예산을 요청별로 차등 집행하려면 — 요청 문맥을 어느 레벨까지 내릴 것인가</a:t>
            </a:r>
            <a:endParaRPr lang="en-US" sz="10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메모리 압박 스파이크 대응은 μs 반응 필요 — 어느 레벨까지 자율성을 줄 것인가</a:t>
            </a:r>
            <a:endParaRPr lang="en-US" sz="10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Memory Engine의 독립 재사용성(타 엔진 이식·생태계 전략)을 policy 결합이 훼손하지 않는가</a:t>
            </a:r>
            <a:endParaRPr lang="en-US" sz="10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(DP1 커플링) 외부 스택에선 중앙 정책을 엔진 scheduler에 심을 수 없음 — 변형 B(LMCache)는 제약 최강</a:t>
            </a:r>
            <a:endParaRPr lang="en-US" sz="1050" dirty="0"/>
          </a:p>
        </p:txBody>
      </p:sp>
      <p:pic>
        <p:nvPicPr>
          <p:cNvPr id="25" name="Image 0" descr="/home/user/architect/docs/mcr_assets/dp/dp2_problem_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50170" y="1422261"/>
            <a:ext cx="7021486" cy="46809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DP-02. KV 배치·압축의 관리 주체 — 후보구조 비교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20040" y="1078992"/>
            <a:ext cx="5638648" cy="274320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1 — Orchestration 중앙 정책</a:t>
            </a:r>
            <a:endParaRPr lang="en-US" sz="1100" dirty="0"/>
          </a:p>
        </p:txBody>
      </p:sp>
      <p:pic>
        <p:nvPicPr>
          <p:cNvPr id="20" name="Image 0" descr="/home/user/architect/docs/mcr_assets/dp/dp2_c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229" y="1408176"/>
            <a:ext cx="2804271" cy="3447288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6233008" y="1078992"/>
            <a:ext cx="5638648" cy="274320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2 — Memory Engine 자율 (hint)</a:t>
            </a:r>
            <a:endParaRPr lang="en-US" sz="1100" dirty="0"/>
          </a:p>
        </p:txBody>
      </p:sp>
      <p:pic>
        <p:nvPicPr>
          <p:cNvPr id="22" name="Image 1" descr="/home/user/architect/docs/mcr_assets/dp/dp2_c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215" y="1408176"/>
            <a:ext cx="2938233" cy="3447288"/>
          </a:xfrm>
          <a:prstGeom prst="rect">
            <a:avLst/>
          </a:prstGeom>
        </p:spPr>
      </p:pic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65192"/>
          <a:ext cx="1155161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318608"/>
                <a:gridCol w="5318608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후보 1 — Orchestration 중앙 정책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후보 2 — Memory Engine 자율 (hint)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Scheduling에 Placement·Compression Policy 신설 — Router가 목표 tier·압축·재사용 지시, Memory Engine은 집행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Cache Manager가 자체 정책(접근 온도·watermark) 내장 — Orchestration은 얇은 hint API만 (madvise 모델)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전역 최적화(quality-aware joint orch.)  ·  요청별 품질 예산 중앙 집행  ·  결정 로직 단일화·설명가능성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μs 즉시 반응 — 압박 스파이크 흡수  ·  얇은 인터페이스 — DP1 후보1과 정합  ·  Memory Engine 독립 이식성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단위 루프 → μs 스파이크에 늦음  ·  tier 상태 상시 보고 → 결합도↑  ·  Memory Engine이 수동 executor로 격하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문맥 부재 → 재사용 예정 KV 오강등  ·  품질 예산 로컬 집행 → 요청 간 편차·joint orch. 기여 소실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Trade-off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(QA 평가)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B340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QA1 ★★☆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 · 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7A4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QA2 ★★★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 · 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7A4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QA3 ★★★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 · 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B340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QA4 ★★☆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 · 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B340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QA5 ★★☆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7A4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QA1 ★★★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 · 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B340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QA2 ★★☆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 · 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B340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QA3 ★★☆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 · 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7A4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QA4 ★★★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 · 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7A4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QA5 ★★★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2026-07-19T14:20:25Z</dcterms:created>
  <dcterms:modified xsi:type="dcterms:W3CDTF">2026-07-19T14:20:25Z</dcterms:modified>
</cp:coreProperties>
</file>