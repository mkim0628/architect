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DP-01. 실행 스택 소싱 — 문제 정의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16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11551615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499616"/>
            <a:ext cx="6146432" cy="290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스택(Inference·Memory Engine)을 외부에서 채택하는가, 자체 구현하는가 — 자체 구현의 경계선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압력: vLLM은 KV의 GPU HBM 상주를 가정 — block table 이분법 · scheduler tier 비인지 · connector 용도 제한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압력: 생태계가 주 단위 갱신 — 재구현·영구 추종 비용, "vLLM 동등 baseline 도달" 자체가 대형 프로젝트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 압력: KV-계층(LMCache) 생태계 선점 — 경쟁할지(변형 A·후보2) 그 위에 올라탈지(변형 B)</a:t>
            </a:r>
            <a:endParaRPr lang="en-US" sz="1150" dirty="0"/>
          </a:p>
        </p:txBody>
      </p:sp>
      <p:pic>
        <p:nvPicPr>
          <p:cNvPr id="22" name="Image 0" descr="/home/user/architect/docs/mcr_assets/dp/dp1_prob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86512" y="1499616"/>
            <a:ext cx="5085143" cy="2907243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20040" y="4516587"/>
            <a:ext cx="11551615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4516587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쟁점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65760" y="4937211"/>
            <a:ext cx="11460175" cy="1509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경계선의 위치 — 차별 가치(tier-aware 배치·비연속 KV 1급 관리·근접 연산)가 외부 확장 통로(vLLM 확장점·LMCache 훅) 안에서 표현 가능한가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확장점 밖 수정 지점(scheduler tier 인지, block table 일반화)이 연구·제품 가치의 핵심인가 주변부인가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감당 가능한 유지보수 모델 — plugin 추종 / fork rebase / 독립 코어 / KV-계층 백엔드 추종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(DP2·DP6 커플링) 채택안·변형이 정책 위치와 근접연산 통로의 실현 가능 집합을 제약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DP-01. 실행 스택 소싱 — 후보구조 비교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1 — 외부 스택 활용형 (vLLM 생태계)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2 — 자체 구현형 (독립 framework)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280160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28" name="Image 0" descr="/home/user/architect/docs/mcr_assets/dp/dp1_c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25880" y="1435608"/>
            <a:ext cx="5204308" cy="192024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6575908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30" name="Image 1" descr="/home/user/architect/docs/mcr_assets/dp/dp1_c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21628" y="1435608"/>
            <a:ext cx="5204308" cy="192024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1280160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371600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Inference Engine = vLLM(무수정), KV 골격은 변형 A(MCR 자체 주입)/B(LMCache 편승)로 소싱 — 자사 tier 자산은 변형 공통 모듈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575908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667348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스택 전 층 자체 구현 — scheduler·block table·executor가 tier topology를 1급으로 인지 (확정안 v2의 무제약 구현)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1280160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371600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생태계 무임승차 — 배칭·커널·모델 지원 흡수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코어 · 현 자산(P/D proxy·LMCache 연동) 재사용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≤6인월 — 연구 가설 검증 리드타임 최단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6575908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667348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placement×scheduling 진짜 co-design — 이론 상한 최고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 HW 로드맵(HBM4·CMM-DC·HBF) 무제약 수용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주도권·IP 확보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1280160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1371600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scheduler tier 비인지 — co-scheduling 이득 미회수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비연속·압축 KV는 block table 밖 2급 시민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"vLLM 애드온" 인식 리스크 (변형 B는 희석 더 강함)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6575908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667348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재구현 수십 인월+ — vLLM 동등 baseline 도달 리스크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미검증 실행 코어의 수치 검증 부담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모델·기법 영구 추종 (리드타임 만성 열세)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(QA 평가)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1280160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1371600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★★★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6575908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667348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★★★(도달 ★☆)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★☆☆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★☆☆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★☆☆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DP-02. KV 배치·압축의 관리 주체 — 문제 정의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11551615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499616"/>
            <a:ext cx="6146432" cy="290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이종 tier 위 KV의 배치·압축·이동을 누가 결정하는가 — 품질 예산의 집행 주체 문제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문맥은 orchestration만 안다 — SLO class·재사용 확률·품질 예산 (실측 decode wait 70–85%)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 상태는 memory engine만 신선하게 안다 — tier 잔량·대역폭 포화, μs~ms 단위 변화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압축의 품질 비용(K&gt;V sensitivity) + 재사용의 위치 비용 — OS paging policy 위치 논쟁과 동형</a:t>
            </a:r>
            <a:endParaRPr lang="en-US" sz="1150" dirty="0"/>
          </a:p>
        </p:txBody>
      </p:sp>
      <p:pic>
        <p:nvPicPr>
          <p:cNvPr id="22" name="Image 0" descr="/home/user/architect/docs/mcr_assets/dp/dp2_prob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86512" y="1499616"/>
            <a:ext cx="5085143" cy="2907243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20040" y="4516587"/>
            <a:ext cx="11551615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4516587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쟁점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65760" y="4937211"/>
            <a:ext cx="11460175" cy="1509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품질 예산을 요청별로 차등 집행하려면 — 요청 문맥을 어느 레벨까지 내릴 것인가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메모리 압박 스파이크 대응은 μs 반응 필요 — 어느 레벨까지 자율성을 줄 것인가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Memory Engine의 독립 재사용성(타 엔진 이식·생태계 전략)을 policy 결합이 훼손하지 않는가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(DP1 커플링) 외부 스택에선 중앙 정책을 엔진 scheduler에 심을 수 없음 — 변형 B(LMCache)는 제약 최강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DP-02. KV 배치·압축의 관리 주체 — 후보구조 비교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1 — Orchestration 중앙 정책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2 — Memory Engine 자율 (hint)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280160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28" name="Image 0" descr="/home/user/architect/docs/mcr_assets/dp/dp2_c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25880" y="1435608"/>
            <a:ext cx="5204308" cy="192024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6575908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30" name="Image 1" descr="/home/user/architect/docs/mcr_assets/dp/dp2_c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21628" y="1435608"/>
            <a:ext cx="5204308" cy="192024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1280160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371600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Scheduling에 KV Placement &amp; Compression Policy 신설 — Router가 목표 tier·압축 수준·재사용까지 지시, Memory Engine은 집행 전담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575908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667348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 Manager가 자체 정책(접근 온도·watermark) 내장 — Orchestration은 얇은 hint API(pin·priority·품질 예산)만 (madvise 모델)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1280160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371600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최적화 — quality-aware joint orchestration의 구현 위치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요청별 품질 예산 중앙 집행 — 품질 편차 통제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로직 단일화 — 설명가능성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6575908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667348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μs 즉시 반응 — 압박 스파이크 흡수 (tail 방어)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얇은 인터페이스 — DP1 후보1과 가장 정합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 Engine 독립 이식성 — 생태계 전략 부합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1280160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1371600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단위 제어 루프 — μs 스파이크에 늦음 (tail 악화)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상태 상시 상향 보고 — 인터페이스 비대·결합도↑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 Engine이 수동 executor로 격하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6575908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667348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 부재 — 재사용 예정 KV 오강등, 전역 최적 미달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예산 로컬 집행 — 요청 간 품질 편차, joint orchestration 기여 소실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(QA 평가)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1280160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1371600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★★☆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6575908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667348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★★★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DP-03. KV 재사용 범위·복원 전략 — 문제 정의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11551615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499616"/>
            <a:ext cx="6146432" cy="290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어디까지 재사용하고, 위치가 어긋난 KV를 어떻게 복원하는가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넓히는 압력: RAG의 동일 chunk가 요청마다 다른 위치 — CacheBlend 비연속 재사용 TTFT 2.2–3.3×·처리율 2.8–5×(B)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좁히는 압력: RoPE 위치가 KV에 구워짐 — exact-prefix만 품질 저하 0, 비연속은 Index·복원 파이프라인 복잡도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스토리지 dedup의 fixed vs content-defined chunking 논쟁과 동형</a:t>
            </a:r>
            <a:endParaRPr lang="en-US" sz="1150" dirty="0"/>
          </a:p>
        </p:txBody>
      </p:sp>
      <p:pic>
        <p:nvPicPr>
          <p:cNvPr id="22" name="Image 0" descr="/home/user/architect/docs/mcr_assets/dp/dp3_prob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86512" y="1499616"/>
            <a:ext cx="5085143" cy="2907243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20040" y="4516587"/>
            <a:ext cx="11551615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4516587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쟁점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65760" y="4937211"/>
            <a:ext cx="11460175" cy="1509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재사용 단위 — block-aligned prefix 해시인가, 의미 단위 content-hash chunk인가 (KV Index 키 스키마)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위치 불일치 복원 — 근사 사용(품질 비용) vs selective recompute(연산 비용)의 판단 기준·시점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Index 유지 비용 — infix lookup 자료구조와 eviction 일관성을 Cache Manager가 감당 가능한가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(DP1·DP2 커플링) 비연속 KV는 block table 밖 — 재사용/재계산 판단은 품질 예산 집행 주체에 종속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DP-03. KV 재사용 범위·복원 전략 — 후보구조 비교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1 — Exact-prefix 재사용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2 — 비연속 chunk + selective recompute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280160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28" name="Image 0" descr="/home/user/architect/docs/mcr_assets/dp/dp3_c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25880" y="1435608"/>
            <a:ext cx="5204308" cy="192024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6575908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30" name="Image 1" descr="/home/user/architect/docs/mcr_assets/dp/dp3_c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21628" y="1435608"/>
            <a:ext cx="5204308" cy="192024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1280160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371600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Index = 블록 단위 prefix 해시 체인 — 일치 구간만 그대로 사용, 복원 경로 없음 (vLLM prefix caching의 tier 확장판)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575908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667348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content-hash chunk 단위 KV Index(prefix/infix) + 위치 불일치 chunk의 경계 토큰 10–15%만 재계산하는 복원 파이프라인 (CacheBlend형)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1280160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371600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재사용발 품질 저하 구조적 0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대규모 검증된 경로 — DP1 외부 스택과 완전 호환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 단순 — eviction 일관성 용이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6575908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667348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TTFT 2.2–3.3× · 처리율 2.8–5× (CacheBlend, B)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chunk 전역 dedup — 유효 KV 용량 동반 상승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 축 joint orchestration 기여 성립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1280160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1371600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비연속 공유 chunk 히트 불가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재사용률 상한이 워크로드 prefix 구조에 갇힘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TTFT 개선 여지 대부분(비연속 기회) 포기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6575908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667348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근사·부분 재계산의 품질 비용 — bound 관리 필요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Index·복원·판정 로직 신규 복잡도 (6–24인월)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block table 밖 1급 KV 전제 — DP1 긴장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(QA 평가)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1280160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1371600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★★★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6575908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667348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★★★(도달 ★★☆)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★★☆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DP-04. Tier Topology 추상화 수준 — 문제 정의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11551615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499616"/>
            <a:ext cx="6146432" cy="290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Topology Model이 하드웨어를 얼마나 자세히 표현하는가 — 수치 튜플 vs capability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억제 압력: "디바이스마다 재설계하지 않는 구조"(필요성 2.1) — 어댑터 1모듈·코어 0의 QA4 ★★★ bin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노출 압력: PIM 근접연산·HBF 영속·CXL 공유는 (BW,용량,지연)으로 표현 불가 — E2E 증명 vehicle(2.3)과 정면 충돌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 블록 추상화 vs ZNS/DAX 논쟁과 동형 — capability를 노출해야만 잡히는 이득</a:t>
            </a:r>
            <a:endParaRPr lang="en-US" sz="1150" dirty="0"/>
          </a:p>
        </p:txBody>
      </p:sp>
      <p:pic>
        <p:nvPicPr>
          <p:cNvPr id="22" name="Image 0" descr="/home/user/architect/docs/mcr_assets/dp/dp4_prob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86512" y="1499616"/>
            <a:ext cx="5085143" cy="2907243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20040" y="4516587"/>
            <a:ext cx="11551615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4516587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쟁점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65760" y="4937211"/>
            <a:ext cx="11460175" cy="1509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표현력의 잔여분 — 근접연산·영속성·공유성 중 무엇이 수치 튜플 밖에 남는가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파급 통제 — capability×정책 코드 분기·검증 매트릭스가 "재설계 없는 구조" 약속을 침식하는가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이식성 vs 증명 — 범용 레퍼런스 지위와 자사 디바이스 증명 vehicle 중 우선순위 (사업 전략 결정)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(DP2·DP5 커플링) capability는 배치 정책 입력이며 SHARED는 DP5 후보2의 하드 전제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DP-04. Tier Topology 추상화 수준 — 후보구조 비교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1 — 공통 파라미터형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2 — Capability-aware 프로파일형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280160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28" name="Image 0" descr="/home/user/architect/docs/mcr_assets/dp/dp4_c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25880" y="1435608"/>
            <a:ext cx="5204308" cy="192024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6575908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30" name="Image 1" descr="/home/user/architect/docs/mcr_assets/dp/dp4_c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21628" y="1435608"/>
            <a:ext cx="5204308" cy="192024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1280160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371600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목록 × 수치 프로파일(대역폭·용량·지연) — 정책·커널은 수치만 소비하는 단일 코드 경로, 디바이스 추가 = 프로파일 등록 + DMA 어댑터 1모듈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575908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667348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프로파일 = 수치 튜플 + capability 디스크립터(NEAR_COMPUTE·PERSISTENT·SHARED·IN_PLACE_COMPRESS) — 정책이 capability를 질의해 오프로드·영속·공유 결정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1280160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371600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★★★ bin 정면 충족 — 무재설계 수용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경로 — 검증 매트릭스 최소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엔진·타사 HW 이식성 최대 (범용 레퍼런스)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6575908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667348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 디바이스 차별 가치의 구조적 회수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E2E 증명 vehicle 정면 충족 — DP5·DP6 개방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CompressionOp 실행 위치 디바이스 위임 (의존 역전 활용)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1280160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1371600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PIM in-place 압축·HBF 영속·CXL 공유 표현 불가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압축/해제가 GPU 사이클 잠식 — 성능 상한 제한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DP5 후보2·DP6 원천 배제 — 증명 vehicle 약화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6575908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667348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capability×정책 분기 — 검증 매트릭스 확대 (6–24인월)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capability 스키마 = 공개 인터페이스 — 코어 개정 리스크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타사 HW에 무의미 — 레퍼런스 지위 저하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(QA 평가)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1280160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1371600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★★★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6575908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667348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★★☆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DP-05. P/D 분리 운용과 KV 이동 구조 — 문제 정의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11551615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499616"/>
            <a:ext cx="6146432" cy="290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P/D 인스턴스 간 KV를 어떻게 옮기는가 — 전송(copy)인가 공유(참조 전달)인가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 압력: 검증된 P/D proxy·LMCache 자산(A), 실패 도메인이 인스턴스에 갇힘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압력: flip 지연의 물리 하한 O(KV/BW) — 장문 세션 수십 GB drain이 inner loop(초~분) 민첩성 잠식, CMM-DC 참조 전달은 O(메타데이터)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DB의 shared-nothing vs shared-disk 논쟁과 동형 — 이동 비용과 공유 병목·장애 반경의 교환</a:t>
            </a:r>
            <a:endParaRPr lang="en-US" sz="1150" dirty="0"/>
          </a:p>
        </p:txBody>
      </p:sp>
      <p:pic>
        <p:nvPicPr>
          <p:cNvPr id="22" name="Image 0" descr="/home/user/architect/docs/mcr_assets/dp/dp5_prob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86512" y="1499616"/>
            <a:ext cx="5085143" cy="2907243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20040" y="4516587"/>
            <a:ext cx="11551615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4516587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쟁점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65760" y="4937211"/>
            <a:ext cx="11460175" cy="1509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flip 민첩성의 하한 — 전송형 O(KV/BW) vs 공유형 O(메타데이터), inner loop 목표 주기에 어느 쪽이 필요한가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병목의 이전 — 공유 tier BW가 P/D 양쪽 fan-in을 감당하는가, blast radius 허용선은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KV 포맷 계약 — (재)직렬화 계약 vs 압축 상태 포함 in-place 포맷 합의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(DP4·DP1·DP3 커플링) 공유형은 SHARED capability 전제 — 공유 tier 채택 시 KV Index가 전역 재사용으로 확장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DP-05. P/D 분리 운용과 KV 이동 구조 — 후보구조 비교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1 — Point-to-point 직접 전송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2 — 공유 tier 스테이징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280160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28" name="Image 0" descr="/home/user/architect/docs/mcr_assets/dp/dp5_c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25880" y="1435608"/>
            <a:ext cx="5204308" cy="192024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6575908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30" name="Image 1" descr="/home/user/architect/docs/mcr_assets/dp/dp5_c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21628" y="1435608"/>
            <a:ext cx="5204308" cy="192024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1280160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371600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Transport = P↔D RDMA/NVLink 전송 엔진 (현 disagg proxy의 정식화) — 각 인스턴스가 로컬 tier 스택 독점, role flip = drain 완료 후 전환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575908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667348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CXL pooled memory(CMM-DC)·HBF 공유 tier 위 참조 전달 — P가 쓰면 D는 매핑만, KV Transport는 소유권 메타데이터 교환 + 승격 프리페치로 축소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1280160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371600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경로 — 현 자산 재사용 (초기 ≤6인월)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도메인 인스턴스 로컬 — blast radius 최소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전제 조건 없음 — DP1·DP4 후보1과 완전 호환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6575908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667348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drain-free flip — inner loop 설계 의도 완성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점유 제거 + 인스턴스 간 전역 dedup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CMM-DC E2E 증명의 가장 직접적인 시나리오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1280160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1371600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flip 지연 하한 = KV 크기/링크 BW — 민첩성 제약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 중 이중 점유 · 인스턴스 간 KV 사일로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 상태 유지 전송의 직렬화·포맷 변환 비용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6575908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667348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tier BW fan-in 병목 (CXL BW 열위)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tier 장애의 blast radius 전 인스턴스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소유권/일관성 프로토콜 신규 — 미검증 (&gt;24인월)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(QA 평가)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1280160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1371600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★★★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6575908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667348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★★★(도달 ★★☆)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★☆☆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DP-06. 근접연산(PIM/PNM) 오프로드 — 문제 정의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11551615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499616"/>
            <a:ext cx="6146432" cy="290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PIM/PNM 오프로드의 대상·경계 — 수치 경로 밖(데이터 관리)까지인가, 안(decode attention)까지인가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정면 압력: decode는 memory-bandwidth-bound (실측 wait 70–85%) — attention은 GEMV 계열, AttAcc 2.81×·NeuPIMs 13%~3×(B)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억제 압력: PIM 커널은 수치 경로 침범 — 누적 순서·정밀도 검증 부담, attention 변형마다 커널 재작성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computational storage의 오프로드 경계 논쟁과 동형</a:t>
            </a:r>
            <a:endParaRPr lang="en-US" sz="1150" dirty="0"/>
          </a:p>
        </p:txBody>
      </p:sp>
      <p:pic>
        <p:nvPicPr>
          <p:cNvPr id="22" name="Image 0" descr="/home/user/architect/docs/mcr_assets/dp/dp6_prob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86512" y="1499616"/>
            <a:ext cx="5085143" cy="2907243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20040" y="4516587"/>
            <a:ext cx="11551615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4516587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쟁점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65760" y="4937211"/>
            <a:ext cx="11460175" cy="1509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오프로드 경계 — 품질 검증 부담이 불연속으로 뛰는 단절점이 어디인가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실행 모델 — Memory Engine 자율 실행인가, Inference Engine 커널 그래프 편입인가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모델 종속성 관리 — attention 변형별 PIM 커널 재작성 비용을 누가 격리하는가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(DP4·DP1·DP2 커플링) NEAR_COMPUTE 표현이 하드 전제 — DP4 후보1 채택 시 DP6 성립 불가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DP-06. 근접연산(PIM/PNM) 오프로드 — 후보구조 비교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1 — 데이터 관리 연산 오프로드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2 — 모델 연산 오프로드 (AttAcc형)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280160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28" name="Image 0" descr="/home/user/architect/docs/mcr_assets/dp/dp6_c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25880" y="1435608"/>
            <a:ext cx="5204308" cy="192024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6575908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30" name="Image 1" descr="/home/user/architect/docs/mcr_assets/dp/dp6_c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21628" y="1435608"/>
            <a:ext cx="5204308" cy="192024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1280160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371600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CompressionOp in-place 실행·KV scatter-gather·eviction scoring만 PIM/PNM으로 — 모델 수치 경로(attention·FFN)는 GPU 그대로, 의존 역전이 교체 지점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575908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667348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 attention(score GEMV·softmax·weighted-sum)을 bank-level PIM에서 — Attention Engine에 PIM backend, KV 상주 tier에서 "읽지 않고 계산"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1280160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371600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경로 불침범 — 품질 영향 구조적 0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압축/해제의 GPU 사이클 회수 — 압축 적용 확대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독립 — attention 변형과 무풍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6575908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667348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 wait 지배분 정면 공략 — 최대 2.81×(AttAcc)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승격 트래픽 절감 — DP5 fan-in 완화 시너지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"연산을 데이터로"의 E2E 증명 그 자체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1280160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1371600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 attention 병목 그대로 — 이득 상한 제한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PIM 툴체인·검증 인프라 고정 비용 동일 지불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memory-centric 증명 임팩트가 간접적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6575908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667348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경로 침범 — softmax/누적 검증 부담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 변형마다 커널 재작성 — 만성 추종(&gt;1분기)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커널+검증+실기 확보 — 초기 &gt;24인월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(QA 평가)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1280160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1371600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★★☆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6575908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667348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★★★(도달 ★★☆)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★☆☆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★☆☆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DP-07. SSD-PIM 검색 실행 구조 — 문제 정의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11551615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499616"/>
            <a:ext cx="6146432" cy="290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SSD-PIM 검색의 실행 구조 — 전수 스캔(exact)인가 인덱스 유도 스캔(sublinear)인가 (전제: ADR-001)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 압력: GEMV 엔진은 스트리밍 스캔 연산기 — recall 100%·인덱스 유지비 0·append-only, agent memory 상시 추가에 최강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 압력: 전수 스캔 지연 ∝ 코퍼스/내부 BW — TTFT 예산(450ms) 구조적 초과, SmartANNS 계층 인덱스 QPS 최대 10.7×(B)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DB의 full table scan vs index scan 논쟁과 동형</a:t>
            </a:r>
            <a:endParaRPr lang="en-US" sz="1150" dirty="0"/>
          </a:p>
        </p:txBody>
      </p:sp>
      <p:pic>
        <p:nvPicPr>
          <p:cNvPr id="22" name="Image 0" descr="/home/user/architect/docs/mcr_assets/dp/dp7_prob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86512" y="1499616"/>
            <a:ext cx="5085143" cy="2907243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20040" y="4516587"/>
            <a:ext cx="11551615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4516587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쟁점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65760" y="4937211"/>
            <a:ext cx="11460175" cy="1509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TTFT 예산 내 코퍼스 상한 — 목표 규모에서 전수 스캔 지연이 예산의 몇 %인가 (종이 계산 → 실측)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recall의 품질 환산 — ANN recall@k 손실이 응답 품질(QA3)에 주는 영향의 정량화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갱신 경로 — agent memory 상시 문서 추가를 어느 후보가 감당하는가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(DP8 커플링) 인덱스를 host가 들면 서비스 모델과, 디바이스에 두면 tier 모델과 자연 정합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DP-07. SSD-PIM 검색 실행 구조 — 후보구조 비교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1 — 전수 스캔형 (exact)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2 — 인덱스 유도형 (SmartANNS형)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280160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28" name="Image 0" descr="/home/user/architect/docs/mcr_assets/dp/dp7_c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25880" y="1435608"/>
            <a:ext cx="5204308" cy="192024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6575908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30" name="Image 1" descr="/home/user/architect/docs/mcr_assets/dp/dp7_c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21628" y="1435608"/>
            <a:ext cx="5204308" cy="192024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1280160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371600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코퍼스를 SSD-PIM 파티션에 샤딩 — 질의 브로드캐스트 → 파티션별 GEMV 전량 스캔 → 로컬 top-k → 전역 병합, 문서 추가는 append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575908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667348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인덱스(IVF centroid/그래프 상위층, host DRAM)가 후보 클러스터 선별 — SSD-PIM은 선택 클러스터 내부만 부분 스캔, 증분 인덱싱 파이프라인 경유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1280160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371600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 100% — 검색발 품질 저하 0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 유지비 0 · append-only 갱신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결정론적 — SLO 예측 가능, 운영 단순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6575908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667348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sublinear 지연 — billion-scale에서도 예산 내 (QPS 10.7×)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질의당 스캔 바이트·에너지 절감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코퍼스 상한이 인덱스 품질의 함수 — 증설 없이 확장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1280160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1371600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지연이 코퍼스 크기에 선형 — 상한이 구조에 박힘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질의 전량 접근 — 에너지·대역폭 낭비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상한 도달 시 대응 = 파티션 증설뿐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6575908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667348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 &lt; 100% — 품질 전이 (nprobe/ef 튜닝 상시)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 빌드·증분 갱신 파이프라인 비용 (SPFresh급)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불규칙 NAND 접근 — PIM 스트리밍 상성 저하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(QA 평가)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1280160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1371600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★★★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6575908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667348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★★★(도달 ★★☆)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★★☆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DP-08. SSD-PIM의 계약·소유 — 문제 정의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16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11551615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499616"/>
            <a:ext cx="6146432" cy="290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SSD-PIM이 런타임에 무엇으로 보이는가 — 가속 벡터DB 서비스인가, 검색 가능한 메모리 tier인가 (전제: ADR-001)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 압력: 외부 벡터DB 자리에 API만 꽂으면 v2 구조 변경 0 — 표준 계약으로 독립 제품화 가능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동거 압력: retrieval hit ≡ KV hit — "retrieve the text, then recompute"가 "retrieve the KV"로, 텍스트/벡터/KV 3중 저장 해소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 vs 공유 블록의 계약 수준 논쟁과 동형 — 깨끗한 경계냐, 융합이 여는 이득이냐</a:t>
            </a:r>
            <a:endParaRPr lang="en-US" sz="1150" dirty="0"/>
          </a:p>
        </p:txBody>
      </p:sp>
      <p:pic>
        <p:nvPicPr>
          <p:cNvPr id="22" name="Image 0" descr="/home/user/architect/docs/mcr_assets/dp/dp8_prob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86512" y="1499616"/>
            <a:ext cx="5085143" cy="2907243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20040" y="4516587"/>
            <a:ext cx="11551615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4516587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쟁점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65760" y="4937211"/>
            <a:ext cx="11460175" cy="1509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산출물 계약 — 검색 결과가 chunk id(텍스트)인가 KV 참조인가 (후속 파이프라인이 통째로 갈림)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키 공간 — 벡터 인덱스 키와 KV Index(DP3) 키를 통합하는가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소유 패키지 — Request Manager(제어 평면)인가 Memory Engine Tier &amp; Lifecycle(데이터 평면)인가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(DP4·DP3 커플링) tier 모델은 SEARCH capability 하드 전제 — 융합 이득은 DP3 후보2 채택에 종속 (사실상 동시 결정)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DP-08. SSD-PIM의 계약·소유 — 후보구조 비교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16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1 — 가속 벡터DB 서비스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2 — 검색 가능한 메모리 tier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280160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28" name="Image 0" descr="/home/user/architect/docs/mcr_assets/dp/dp8_c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25880" y="1435608"/>
            <a:ext cx="5204308" cy="192024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6575908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30" name="Image 1" descr="/home/user/architect/docs/mcr_assets/dp/dp8_c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21628" y="1435608"/>
            <a:ext cx="5204308" cy="192024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1280160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371600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SSD-PIM이 query→top-k(chunk id) 표준 API 노출 — Retrieval Engine이 외부 벡터DB 자리에서 호출, Memory Engine은 디바이스를 모름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575908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667348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SSD-PIM을 SEARCH capability tier로 등록 — 벡터 인덱스 키 = KV Index content-hash 키 통합, 검색 결과 = KV 참조 → 승격 프리페치 직결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1280160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371600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구조 무변경 — 백엔드 교체로 완결 (리스크 최소)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계약 — 독립 제품화·타 스택 이식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격리 — 검색 실패가 KV 경로와 무관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6575908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667348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retrieval hit ≡ KV hit — prefill 재계산 소멸 (CacheBlend 융합)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3중 저장 → co-location dedup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검색-재사용 단일 near-data 경로 — MCR 고유 기여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1280160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1371600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 후에도 prefill 재계산 잔존 — TTFT 지배 몫 미회수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텍스트/벡터/KV 3중 저장 중복 잔존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memory-centric 융합 기여 지점 소실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6575908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667348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Locator·tier 모델(코어) 개정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도메인 결합 + v2 검수2 재개봉 설득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 통합·레이아웃·승격 파이프라인 — 초기 &gt;24인월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(QA 평가)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1280160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1371600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★★★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6575908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667348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★★★(도달 ★★☆)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★☆☆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2026-07-17T05:16:41Z</dcterms:created>
  <dcterms:modified xsi:type="dcterms:W3CDTF">2026-07-17T05:16:41Z</dcterms:modified>
</cp:coreProperties>
</file>