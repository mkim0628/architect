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메모리 병목 심화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병목: decode가 추론 시간 지배 — 매 토큰 KV cache 전체 read, 컨텍스트 폭증으로 심화</a:t>
            </a:r>
            <a:endParaRPr lang="en-US" sz="1100" dirty="0"/>
          </a:p>
        </p:txBody>
      </p:sp>
      <p:pic>
        <p:nvPicPr>
          <p:cNvPr id="22" name="Image 0" descr="/home/user/architect/docs/mcr_assets/bg_de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병목: KV cache ∝ 컨텍스트×동시 세션 → HBM 압박, agent 장기 기억이 구조적으로 심화</a:t>
            </a:r>
            <a:endParaRPr lang="en-US" sz="1100" dirty="0"/>
          </a:p>
        </p:txBody>
      </p:sp>
      <p:pic>
        <p:nvPicPr>
          <p:cNvPr id="24" name="Image 1" descr="/home/user/architect/docs/mcr_assets/bg_kv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업계의 대응 — 메모리 중심 해법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병목 → 근접 연산(PIM/PNM): 연산을 데이터가 있는 곳으로 보내 이동량 자체를 절감</a:t>
            </a:r>
            <a:endParaRPr lang="en-US" sz="1100" dirty="0"/>
          </a:p>
        </p:txBody>
      </p:sp>
      <p:pic>
        <p:nvPicPr>
          <p:cNvPr id="28" name="Image 2" descr="/home/user/architect/docs/mcr_assets/bg_shif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병목 → 계층화(tiered offloading): 하위 tier로 내리고 필요 시 회수, HBM 밖 용량 확장</a:t>
            </a:r>
            <a:endParaRPr lang="en-US" sz="1100" dirty="0"/>
          </a:p>
        </p:txBody>
      </p:sp>
      <p:pic>
        <p:nvPicPr>
          <p:cNvPr id="30" name="Image 3" descr="/home/user/architect/docs/mcr_assets/bg_hierarch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자사: 두 방향 모두 제품군 보유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 연산(PIM·CIM)부터 계층화(Custom HBM·HBF·CXL)까지 — ②의 두 방향 모두 제품 포트폴리오로 확보</a:t>
            </a:r>
            <a:endParaRPr lang="en-US" sz="1100" dirty="0"/>
          </a:p>
        </p:txBody>
      </p:sp>
      <p:pic>
        <p:nvPicPr>
          <p:cNvPr id="34" name="Image 4" descr="/home/user/architect/docs/mcr_assets/bg_devices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근접연산·대역폭·용량의 상이한 축 — 조합 시 새 설계 공간, 병목을 풀 하드웨어 재료는 갖춰짐</a:t>
            </a:r>
            <a:endParaRPr lang="en-US" sz="1100" dirty="0"/>
          </a:p>
        </p:txBody>
      </p:sp>
      <p:pic>
        <p:nvPicPr>
          <p:cNvPr id="36" name="Image 5" descr="/home/user/architect/docs/mcr_assets/bg_axe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성능은 런타임이 실현한다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HW는 능력만 제공 — 데이터 배치·이동·연산 위치의 '결정'이 성능을 만들며, 이종 tier·근접연산 등장으로 결정 공간 폭발 → 결정 계층(런타임)의 비중 급증</a:t>
            </a:r>
            <a:endParaRPr lang="en-US" sz="1100" dirty="0"/>
          </a:p>
        </p:txBody>
      </p:sp>
      <p:pic>
        <p:nvPicPr>
          <p:cNvPr id="22" name="Image 0" descr="/home/user/architect/docs/mcr_assets/bg_deci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HW에서 런타임만으로 처리량 2–4×(vLLM SOSP'23)·100×(FlexGen ICML'23) 격차 — HW 스펙은 상한일 뿐, 도달 성능은 런타임이 결정</a:t>
            </a:r>
            <a:endParaRPr lang="en-US" sz="1100" dirty="0"/>
          </a:p>
        </p:txBody>
      </p:sp>
      <p:pic>
        <p:nvPicPr>
          <p:cNvPr id="24" name="Image 1" descr="/home/user/architect/docs/mcr_assets/bg_g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그런데 현 런타임은 연산기 중심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중심 설계: '연산=GPU, KV=HBM' 단일 메모리 가정 — 메모리는 GPU 부속물, PIM/PNM 표현 자리 없고 HBM 초과 시 성능 급락</a:t>
            </a:r>
            <a:endParaRPr lang="en-US" sz="1100" dirty="0"/>
          </a:p>
        </p:txBody>
      </p:sp>
      <p:pic>
        <p:nvPicPr>
          <p:cNvPr id="28" name="Image 2" descr="/home/user/architect/docs/mcr_assets/nec_miss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밖으로 내리는 계층(LMCache 등)도 CPU RAM·SSD 등 commodity 저장소의 수동 백엔드 — 디바이스 특성 인지 배치·근접 연산 없음</a:t>
            </a:r>
            <a:endParaRPr lang="en-US" sz="1100" dirty="0"/>
          </a:p>
        </p:txBody>
      </p:sp>
      <p:pic>
        <p:nvPicPr>
          <p:cNvPr id="30" name="Image 3" descr="/home/user/architect/docs/mcr_assets/nec_kvlay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자사 제품군의 런타임 개발 필요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데이터 배치·이동·압축·재사용과 연산 배치를 SLO 기준 조율하는 MCR(Memory-Centric Runtime)</a:t>
            </a:r>
            <a:endParaRPr lang="en-US" sz="1100" dirty="0"/>
          </a:p>
        </p:txBody>
      </p:sp>
      <p:pic>
        <p:nvPicPr>
          <p:cNvPr id="34" name="Image 4" descr="/home/user/architect/docs/mcr_assets/nec_arch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6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2026-07-17T07:57:36Z</dcterms:created>
  <dcterms:modified xsi:type="dcterms:W3CDTF">2026-07-17T07:57:36Z</dcterms:modified>
</cp:coreProperties>
</file>