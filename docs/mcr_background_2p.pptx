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_evid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industry_products_photo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samsung_portfolio_pho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2026-07-18T14:25:33Z</dcterms:created>
  <dcterms:modified xsi:type="dcterms:W3CDTF">2026-07-18T14:25:33Z</dcterms:modified>
</cp:coreProperties>
</file>