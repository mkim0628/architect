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Agent 워크로드의 특징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기본 패턴: multi-turn loop × 툴 호출 × sub-agent 분업 — 한 요청이 수십~수백 스텝의 루프로 실행되며 툴 결과가 계속 유입</a:t>
            </a:r>
            <a:endParaRPr lang="en-US" sz="1100" dirty="0"/>
          </a:p>
        </p:txBody>
      </p:sp>
      <p:pic>
        <p:nvPicPr>
          <p:cNvPr id="22" name="Image 0" descr="/home/user/architect/docs/mcr_assets/ag_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스텝이 이전 대화·툴 결과·sub-agent 산출물 참조, 기억은 세션을 넘어 축적 → 장기 기억 요구 = 컨텍스트 길이 폭증</a:t>
            </a:r>
            <a:endParaRPr lang="en-US" sz="1100" dirty="0"/>
          </a:p>
        </p:txBody>
      </p:sp>
      <p:pic>
        <p:nvPicPr>
          <p:cNvPr id="24" name="Image 1" descr="/home/user/architect/docs/mcr_assets/ag_contex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메모리 병목 심화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증가 → KV cache 증가(∝ 컨텍스트×동시 세션) — decode는 매 토큰 KV 전체 read, 용량·대역폭 동시 압박</a:t>
            </a:r>
            <a:endParaRPr lang="en-US" sz="1100" dirty="0"/>
          </a:p>
        </p:txBody>
      </p:sp>
      <p:pic>
        <p:nvPicPr>
          <p:cNvPr id="28" name="Image 2" descr="/home/user/architect/docs/mcr_assets/bg_kv_evidenc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KV가 HBM 용량 초과 — 단순 DRAM→SSD offloading은 tier마다 ~10× 낮아지는 대역폭 계단을 그대로 노출 → 성능 급락</a:t>
            </a:r>
            <a:endParaRPr lang="en-US" sz="1100" dirty="0"/>
          </a:p>
        </p:txBody>
      </p:sp>
      <p:pic>
        <p:nvPicPr>
          <p:cNvPr id="30" name="Image 3" descr="/home/user/architect/docs/mcr_assets/bg_offloa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업계 현황 — 메모리 중심 제품군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업계의 대응: 대역폭 축 HBM 고도화·근접 연산(PIM/PNM), 용량 축 CXL 확장·신규 tier(HBF) — 계층은 5+ tier로 심화</a:t>
            </a:r>
            <a:endParaRPr lang="en-US" sz="1100" dirty="0"/>
          </a:p>
        </p:txBody>
      </p:sp>
      <p:pic>
        <p:nvPicPr>
          <p:cNvPr id="34" name="Image 4" descr="/home/user/architect/docs/mcr_assets/hbm3e_photo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자사(삼성): 근접 연산(PIM·CIM)부터 계층화(Custom HBM·HBF·CXL)까지 — 근접연산·대역폭·용량 전 축의 포트폴리오 보유</a:t>
            </a:r>
            <a:endParaRPr lang="en-US" sz="1100" dirty="0"/>
          </a:p>
        </p:txBody>
      </p:sp>
      <p:pic>
        <p:nvPicPr>
          <p:cNvPr id="36" name="Image 5" descr="/home/user/architect/docs/mcr_assets/samsung_portfolio_photo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성능은 런타임이 실현한다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HW는 능력만 제공 — 데이터 배치·이동·연산 위치의 '결정'이 성능을 만들며, 이종 tier·근접연산 등장으로 결정 공간 폭발 → 결정 계층(런타임)의 비중 급증</a:t>
            </a:r>
            <a:endParaRPr lang="en-US" sz="1100" dirty="0"/>
          </a:p>
        </p:txBody>
      </p:sp>
      <p:pic>
        <p:nvPicPr>
          <p:cNvPr id="22" name="Image 0" descr="/home/user/architect/docs/mcr_assets/bg_deci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HW에서 런타임만으로 처리량 2–4×(vLLM SOSP'23)·100×(FlexGen ICML'23) 격차 — HW 스펙은 상한일 뿐, 도달 성능은 런타임이 결정</a:t>
            </a:r>
            <a:endParaRPr lang="en-US" sz="1100" dirty="0"/>
          </a:p>
        </p:txBody>
      </p:sp>
      <p:pic>
        <p:nvPicPr>
          <p:cNvPr id="24" name="Image 1" descr="/home/user/architect/docs/mcr_assets/bg_gap_evid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그런데 현 런타임은 연산기 중심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중심 설계: '연산=GPU, KV=HBM' 단일 메모리 가정 — 메모리는 GPU 부속물, PIM/PNM 표현 자리 없고 HBM 초과 시 성능 급락</a:t>
            </a:r>
            <a:endParaRPr lang="en-US" sz="1100" dirty="0"/>
          </a:p>
        </p:txBody>
      </p:sp>
      <p:pic>
        <p:nvPicPr>
          <p:cNvPr id="28" name="Image 2" descr="/home/user/architect/docs/mcr_assets/nec_miss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밖으로 내리는 계층(LMCache 등)도 CPU RAM·SSD 등 commodity 저장소의 수동 백엔드 — 디바이스 특성 인지 배치·근접 연산 없음</a:t>
            </a:r>
            <a:endParaRPr lang="en-US" sz="1100" dirty="0"/>
          </a:p>
        </p:txBody>
      </p:sp>
      <p:pic>
        <p:nvPicPr>
          <p:cNvPr id="30" name="Image 3" descr="/home/user/architect/docs/mcr_assets/nec_kvlay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자사 제품군의 런타임 개발 필요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데이터 배치·이동·압축·재사용과 연산 배치를 SLO 기준 조율하는 MCR(Memory-Centric Runtime)</a:t>
            </a:r>
            <a:endParaRPr lang="en-US" sz="1100" dirty="0"/>
          </a:p>
        </p:txBody>
      </p:sp>
      <p:pic>
        <p:nvPicPr>
          <p:cNvPr id="34" name="Image 4" descr="/home/user/architect/docs/mcr_assets/nec_arch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6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2026-07-18T14:09:46Z</dcterms:created>
  <dcterms:modified xsi:type="dcterms:W3CDTF">2026-07-18T14:09:46Z</dcterms:modified>
</cp:coreProperties>
</file>