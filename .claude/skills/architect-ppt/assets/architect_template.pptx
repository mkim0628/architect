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33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675224" cy="5367528"/>
        </p:xfrm>
        <a:graphic>
          <a:graphicData uri="http://schemas.openxmlformats.org/drawingml/2006/table">
            <a:tbl>
              <a:tblPr/>
              <a:tblGrid>
                <a:gridCol w="1554480"/>
                <a:gridCol w="4120744"/>
              </a:tblGrid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제목 (한글)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(English subtitle)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문장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문장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인력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국내: N명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해외: N명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18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marL="152400" indent="-152400">
                        <a:spcAft>
                          <a:spcPts val="2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YY년 M월 ~ YY년 M월 (총 N개월)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196432" y="1078992"/>
            <a:ext cx="5675224" cy="536752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6432" y="3579876"/>
            <a:ext cx="567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Overall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헤더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핵심 메시지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핵심 메시지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헤더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핵심 메시지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37634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핵심 메시지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37634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헤더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핵심 메시지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55229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핵심 메시지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5229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필요성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헤더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6432" y="1078992"/>
            <a:ext cx="5675224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42152" y="1078992"/>
            <a:ext cx="558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헤더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2152" y="1527048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6432" y="2286000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2152" y="4069080"/>
            <a:ext cx="558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6432" y="4828032"/>
            <a:ext cx="5675224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System #1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System #2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37634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37634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HW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55229" y="2286000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항목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5229" y="4828032"/>
            <a:ext cx="3716426" cy="161848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2026-07-14T18:40:55Z</dcterms:created>
  <dcterms:modified xsi:type="dcterms:W3CDTF">2026-07-14T18:40:55Z</dcterms:modified>
</cp:coreProperties>
</file>