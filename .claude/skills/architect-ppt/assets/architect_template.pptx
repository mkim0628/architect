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109728"/>
            <a:ext cx="4572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개요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160520" y="320040"/>
            <a:ext cx="786384" cy="274320"/>
          </a:xfrm>
          <a:prstGeom prst="rect">
            <a:avLst/>
          </a:prstGeom>
          <a:solidFill>
            <a:srgbClr val="FFC000"/>
          </a:solidFill>
          <a:ln w="9525">
            <a:solidFill>
              <a:srgbClr val="FFC0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60520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개요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960620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7" name="Shape 5"/>
          <p:cNvSpPr/>
          <p:nvPr/>
        </p:nvSpPr>
        <p:spPr>
          <a:xfrm>
            <a:off x="5129784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129784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929884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0" name="Shape 8"/>
          <p:cNvSpPr/>
          <p:nvPr/>
        </p:nvSpPr>
        <p:spPr>
          <a:xfrm>
            <a:off x="6099048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099048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899148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3" name="Shape 11"/>
          <p:cNvSpPr/>
          <p:nvPr/>
        </p:nvSpPr>
        <p:spPr>
          <a:xfrm>
            <a:off x="7068312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068312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7868412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6" name="Shape 14"/>
          <p:cNvSpPr/>
          <p:nvPr/>
        </p:nvSpPr>
        <p:spPr>
          <a:xfrm>
            <a:off x="8037576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037576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680960" y="649224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/ 33</a:t>
            </a:r>
            <a:endParaRPr lang="en-US" sz="10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078992"/>
          <a:ext cx="4160520" cy="5367528"/>
        </p:xfrm>
        <a:graphic>
          <a:graphicData uri="http://schemas.openxmlformats.org/drawingml/2006/table">
            <a:tbl>
              <a:tblPr/>
              <a:tblGrid>
                <a:gridCol w="1280160"/>
                <a:gridCol w="2880360"/>
              </a:tblGrid>
              <a:tr h="76679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과제 명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spcAft>
                          <a:spcPts val="200"/>
                        </a:spcAft>
                        <a:buNone/>
                      </a:pPr>
                      <a:r>
                        <a:rPr lang="en-US" sz="110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과제 제목 (한글)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l" indent="0" marL="0">
                        <a:spcAft>
                          <a:spcPts val="20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(English subtitle)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6679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과제 개요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 marL="152400" indent="-152400">
                        <a:spcAft>
                          <a:spcPts val="200"/>
                        </a:spcAft>
                        <a:buSzPct val="100000"/>
                        <a:buChar char="•"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개요 문장 1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l" marL="152400" indent="-152400">
                        <a:spcAft>
                          <a:spcPts val="200"/>
                        </a:spcAft>
                        <a:buSzPct val="100000"/>
                        <a:buChar char="•"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개요 문장 2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6679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참여 인력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 marL="152400" indent="-152400">
                        <a:spcAft>
                          <a:spcPts val="200"/>
                        </a:spcAft>
                        <a:buSzPct val="100000"/>
                        <a:buChar char="•"/>
                      </a:pPr>
                      <a:r>
                        <a:rPr lang="en-US" sz="11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국내: N명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l" marL="152400" indent="-152400">
                        <a:spcAft>
                          <a:spcPts val="200"/>
                        </a:spcAft>
                        <a:buSzPct val="100000"/>
                        <a:buChar char="•"/>
                      </a:pPr>
                      <a:r>
                        <a:rPr lang="en-US" sz="11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해외: N명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6679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개발 기간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 marL="152400" indent="-152400">
                        <a:spcAft>
                          <a:spcPts val="200"/>
                        </a:spcAft>
                        <a:buSzPct val="100000"/>
                        <a:buChar char="•"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YY년 M월 ~ YY년 M월 (총 N개월)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6679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개발 환경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 marL="152400" indent="-152400">
                        <a:spcAft>
                          <a:spcPts val="200"/>
                        </a:spcAft>
                        <a:buSzPct val="100000"/>
                        <a:buChar char="•"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 1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l" marL="152400" indent="-152400">
                        <a:spcAft>
                          <a:spcPts val="200"/>
                        </a:spcAft>
                        <a:buSzPct val="100000"/>
                        <a:buChar char="•"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 2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l" marL="152400" indent="-152400">
                        <a:spcAft>
                          <a:spcPts val="200"/>
                        </a:spcAft>
                        <a:buSzPct val="100000"/>
                        <a:buChar char="•"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 3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6679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타겟 시스템 / 장치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 marL="152400" indent="-152400">
                        <a:spcAft>
                          <a:spcPts val="200"/>
                        </a:spcAft>
                        <a:buSzPct val="100000"/>
                        <a:buChar char="•"/>
                      </a:pPr>
                      <a:r>
                        <a:rPr lang="en-US" sz="11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#1. ...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l" marL="152400" indent="-152400">
                        <a:spcAft>
                          <a:spcPts val="200"/>
                        </a:spcAft>
                        <a:buSzPct val="100000"/>
                        <a:buChar char="•"/>
                      </a:pPr>
                      <a:r>
                        <a:rPr lang="en-US" sz="11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#2. ...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6679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주요 성과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 marL="152400" indent="-152400">
                        <a:spcAft>
                          <a:spcPts val="200"/>
                        </a:spcAft>
                        <a:buSzPct val="100000"/>
                        <a:buChar char="•"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성과 1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l" marL="152400" indent="-152400">
                        <a:spcAft>
                          <a:spcPts val="200"/>
                        </a:spcAft>
                        <a:buSzPct val="100000"/>
                        <a:buChar char="•"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성과 2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4709160" y="1078992"/>
            <a:ext cx="4114800" cy="5367528"/>
          </a:xfrm>
          <a:prstGeom prst="rect">
            <a:avLst/>
          </a:prstGeom>
          <a:solidFill>
            <a:srgbClr val="F5F6F8"/>
          </a:solidFill>
          <a:ln w="12700">
            <a:solidFill>
              <a:srgbClr val="A6A6A6"/>
            </a:solidFill>
            <a:prstDash val="dash"/>
          </a:ln>
        </p:spPr>
      </p:sp>
      <p:sp>
        <p:nvSpPr>
          <p:cNvPr id="21" name="Text 18"/>
          <p:cNvSpPr/>
          <p:nvPr/>
        </p:nvSpPr>
        <p:spPr>
          <a:xfrm>
            <a:off x="4709160" y="1078992"/>
            <a:ext cx="4114800" cy="5367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시스템 아키텍처 다이어그램 ]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109728"/>
            <a:ext cx="4572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배경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160520" y="320040"/>
            <a:ext cx="786384" cy="274320"/>
          </a:xfrm>
          <a:prstGeom prst="rect">
            <a:avLst/>
          </a:prstGeom>
          <a:solidFill>
            <a:srgbClr val="FFC000"/>
          </a:solidFill>
          <a:ln w="9525">
            <a:solidFill>
              <a:srgbClr val="FFC0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60520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개요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960620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7" name="Shape 5"/>
          <p:cNvSpPr/>
          <p:nvPr/>
        </p:nvSpPr>
        <p:spPr>
          <a:xfrm>
            <a:off x="5129784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129784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929884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0" name="Shape 8"/>
          <p:cNvSpPr/>
          <p:nvPr/>
        </p:nvSpPr>
        <p:spPr>
          <a:xfrm>
            <a:off x="6099048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099048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899148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3" name="Shape 11"/>
          <p:cNvSpPr/>
          <p:nvPr/>
        </p:nvSpPr>
        <p:spPr>
          <a:xfrm>
            <a:off x="7068312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068312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7868412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6" name="Shape 14"/>
          <p:cNvSpPr/>
          <p:nvPr/>
        </p:nvSpPr>
        <p:spPr>
          <a:xfrm>
            <a:off x="8037576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037576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680960" y="649224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/ 33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20040" y="1078992"/>
            <a:ext cx="2700528" cy="310896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20" name="Text 18"/>
          <p:cNvSpPr/>
          <p:nvPr/>
        </p:nvSpPr>
        <p:spPr>
          <a:xfrm>
            <a:off x="365760" y="1078992"/>
            <a:ext cx="2609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섹션 헤더 1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760" y="1527048"/>
            <a:ext cx="260908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메시지 문장을 여기에 작성</a:t>
            </a:r>
            <a:endParaRPr lang="en-US" sz="1100" dirty="0"/>
          </a:p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번째 핵심 메시지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20040" y="3172968"/>
            <a:ext cx="2700528" cy="2606040"/>
          </a:xfrm>
          <a:prstGeom prst="rect">
            <a:avLst/>
          </a:prstGeom>
          <a:solidFill>
            <a:srgbClr val="F5F6F8"/>
          </a:solidFill>
          <a:ln w="12700">
            <a:solidFill>
              <a:srgbClr val="A6A6A6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320040" y="3172968"/>
            <a:ext cx="2700528" cy="2606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그림 / 차트 ]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221736" y="1078992"/>
            <a:ext cx="2700528" cy="310896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25" name="Text 23"/>
          <p:cNvSpPr/>
          <p:nvPr/>
        </p:nvSpPr>
        <p:spPr>
          <a:xfrm>
            <a:off x="3267456" y="1078992"/>
            <a:ext cx="2609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섹션 헤더 2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3267456" y="1527048"/>
            <a:ext cx="260908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메시지 문장을 여기에 작성</a:t>
            </a:r>
            <a:endParaRPr lang="en-US" sz="1100" dirty="0"/>
          </a:p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번째 핵심 메시지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221736" y="3172968"/>
            <a:ext cx="2700528" cy="2606040"/>
          </a:xfrm>
          <a:prstGeom prst="rect">
            <a:avLst/>
          </a:prstGeom>
          <a:solidFill>
            <a:srgbClr val="F5F6F8"/>
          </a:solidFill>
          <a:ln w="12700">
            <a:solidFill>
              <a:srgbClr val="A6A6A6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3221736" y="3172968"/>
            <a:ext cx="2700528" cy="2606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그림 / 차트 ]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123432" y="1078992"/>
            <a:ext cx="2700528" cy="310896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30" name="Text 28"/>
          <p:cNvSpPr/>
          <p:nvPr/>
        </p:nvSpPr>
        <p:spPr>
          <a:xfrm>
            <a:off x="6169152" y="1078992"/>
            <a:ext cx="2609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섹션 헤더 3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169152" y="1527048"/>
            <a:ext cx="260908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메시지 문장을 여기에 작성</a:t>
            </a:r>
            <a:endParaRPr lang="en-US" sz="1100" dirty="0"/>
          </a:p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번째 핵심 메시지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123432" y="3172968"/>
            <a:ext cx="2700528" cy="2606040"/>
          </a:xfrm>
          <a:prstGeom prst="rect">
            <a:avLst/>
          </a:prstGeom>
          <a:solidFill>
            <a:srgbClr val="F5F6F8"/>
          </a:solidFill>
          <a:ln w="12700">
            <a:solidFill>
              <a:srgbClr val="A6A6A6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6123432" y="3172968"/>
            <a:ext cx="2700528" cy="2606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그림 / 차트 ]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109728"/>
            <a:ext cx="4572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범위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160520" y="320040"/>
            <a:ext cx="786384" cy="274320"/>
          </a:xfrm>
          <a:prstGeom prst="rect">
            <a:avLst/>
          </a:prstGeom>
          <a:solidFill>
            <a:srgbClr val="FFC000"/>
          </a:solidFill>
          <a:ln w="9525">
            <a:solidFill>
              <a:srgbClr val="FFC0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60520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개요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960620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7" name="Shape 5"/>
          <p:cNvSpPr/>
          <p:nvPr/>
        </p:nvSpPr>
        <p:spPr>
          <a:xfrm>
            <a:off x="5129784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129784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929884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0" name="Shape 8"/>
          <p:cNvSpPr/>
          <p:nvPr/>
        </p:nvSpPr>
        <p:spPr>
          <a:xfrm>
            <a:off x="6099048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099048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899148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3" name="Shape 11"/>
          <p:cNvSpPr/>
          <p:nvPr/>
        </p:nvSpPr>
        <p:spPr>
          <a:xfrm>
            <a:off x="7068312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068312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7868412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6" name="Shape 14"/>
          <p:cNvSpPr/>
          <p:nvPr/>
        </p:nvSpPr>
        <p:spPr>
          <a:xfrm>
            <a:off x="8037576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037576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680960" y="649224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/ 33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20040" y="1078992"/>
            <a:ext cx="2700528" cy="310896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20" name="Text 18"/>
          <p:cNvSpPr/>
          <p:nvPr/>
        </p:nvSpPr>
        <p:spPr>
          <a:xfrm>
            <a:off x="365760" y="1078992"/>
            <a:ext cx="2609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Target System #1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20040" y="1490472"/>
            <a:ext cx="2700528" cy="3977640"/>
          </a:xfrm>
          <a:prstGeom prst="rect">
            <a:avLst/>
          </a:prstGeom>
          <a:solidFill>
            <a:srgbClr val="F5F6F8"/>
          </a:solidFill>
          <a:ln w="12700">
            <a:solidFill>
              <a:srgbClr val="A6A6A6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320040" y="1490472"/>
            <a:ext cx="2700528" cy="3977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이미지 / 다이어그램 ]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221736" y="1078992"/>
            <a:ext cx="2700528" cy="310896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24" name="Text 22"/>
          <p:cNvSpPr/>
          <p:nvPr/>
        </p:nvSpPr>
        <p:spPr>
          <a:xfrm>
            <a:off x="3267456" y="1078992"/>
            <a:ext cx="2609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Target System #2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21736" y="1490472"/>
            <a:ext cx="2700528" cy="3977640"/>
          </a:xfrm>
          <a:prstGeom prst="rect">
            <a:avLst/>
          </a:prstGeom>
          <a:solidFill>
            <a:srgbClr val="F5F6F8"/>
          </a:solidFill>
          <a:ln w="12700">
            <a:solidFill>
              <a:srgbClr val="A6A6A6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3221736" y="1490472"/>
            <a:ext cx="2700528" cy="3977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이미지 / 다이어그램 ]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123432" y="1078992"/>
            <a:ext cx="2700528" cy="310896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28" name="Text 26"/>
          <p:cNvSpPr/>
          <p:nvPr/>
        </p:nvSpPr>
        <p:spPr>
          <a:xfrm>
            <a:off x="6169152" y="1078992"/>
            <a:ext cx="2609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Target HW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123432" y="1901952"/>
            <a:ext cx="27005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4000" dirty="0"/>
          </a:p>
        </p:txBody>
      </p:sp>
      <p:sp>
        <p:nvSpPr>
          <p:cNvPr id="30" name="Text 28"/>
          <p:cNvSpPr/>
          <p:nvPr/>
        </p:nvSpPr>
        <p:spPr>
          <a:xfrm>
            <a:off x="6123432" y="2542032"/>
            <a:ext cx="2700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타겟 하드웨어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123432" y="3456432"/>
            <a:ext cx="27005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4E7C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4000" dirty="0"/>
          </a:p>
        </p:txBody>
      </p:sp>
      <p:sp>
        <p:nvSpPr>
          <p:cNvPr id="32" name="Text 30"/>
          <p:cNvSpPr/>
          <p:nvPr/>
        </p:nvSpPr>
        <p:spPr>
          <a:xfrm>
            <a:off x="6123432" y="4096512"/>
            <a:ext cx="2700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개월 개발 기간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2026-07-14T15:44:39Z</dcterms:created>
  <dcterms:modified xsi:type="dcterms:W3CDTF">2026-07-14T15:44:39Z</dcterms:modified>
</cp:coreProperties>
</file>