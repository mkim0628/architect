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33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78992"/>
          <a:ext cx="5675224" cy="5367528"/>
        </p:xfrm>
        <a:graphic>
          <a:graphicData uri="http://schemas.openxmlformats.org/drawingml/2006/table">
            <a:tbl>
              <a:tblPr/>
              <a:tblGrid>
                <a:gridCol w="1554480"/>
                <a:gridCol w="4120744"/>
              </a:tblGrid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제목 (한글)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spcAft>
                          <a:spcPts val="20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(English subtitle)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목표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문장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 문장 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참여 인력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국내: N명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1F386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해외: N명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41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2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YY년 M월 ~ YY년 M월 (총 N개월)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196432" y="1078992"/>
            <a:ext cx="5675224" cy="536752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6432" y="3579876"/>
            <a:ext cx="5675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Overall Architecture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배경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헤더 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핵심 메시지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핵심 메시지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4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헤더 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핵심 메시지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37634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핵심 메시지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37634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헤더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핵심 메시지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55229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핵심 메시지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55229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필요성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 헤더 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6432" y="1078992"/>
            <a:ext cx="5675224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6" name="Text 24"/>
          <p:cNvSpPr/>
          <p:nvPr/>
        </p:nvSpPr>
        <p:spPr>
          <a:xfrm>
            <a:off x="6242152" y="1078992"/>
            <a:ext cx="558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 헤더 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42152" y="1527048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6432" y="2286000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42152" y="4069080"/>
            <a:ext cx="5583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 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6432" y="4828032"/>
            <a:ext cx="5675224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09728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범위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solidFill>
            <a:srgbClr val="FFC000"/>
          </a:solidFill>
          <a:ln w="9525">
            <a:solidFill>
              <a:srgbClr val="FFC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08215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개요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08315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7" name="Shape 5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77479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977579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6743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946843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16007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916107" y="338328"/>
            <a:ext cx="155448" cy="237744"/>
          </a:xfrm>
          <a:prstGeom prst="chevron">
            <a:avLst/>
          </a:prstGeom>
          <a:solidFill>
            <a:srgbClr val="9AA0A6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solidFill>
            <a:srgbClr val="E9E9E9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085271" y="32004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728655" y="64922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33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System #1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항목 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항목 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37634" y="1078992"/>
            <a:ext cx="3716426" cy="3108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6" name="Text 24"/>
          <p:cNvSpPr/>
          <p:nvPr/>
        </p:nvSpPr>
        <p:spPr>
          <a:xfrm>
            <a:off x="4283354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System #2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83354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항목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237634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83354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항목 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37634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55229" y="1078992"/>
            <a:ext cx="3716426" cy="310896"/>
          </a:xfrm>
          <a:prstGeom prst="rect">
            <a:avLst/>
          </a:prstGeom>
          <a:solidFill>
            <a:srgbClr val="4E7C3A"/>
          </a:solidFill>
          <a:ln/>
        </p:spPr>
      </p:sp>
      <p:sp>
        <p:nvSpPr>
          <p:cNvPr id="32" name="Text 30"/>
          <p:cNvSpPr/>
          <p:nvPr/>
        </p:nvSpPr>
        <p:spPr>
          <a:xfrm>
            <a:off x="8200949" y="1078992"/>
            <a:ext cx="362498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HW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00949" y="1527048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항목 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55229" y="2286000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0949" y="4069080"/>
            <a:ext cx="362498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600"/>
              </a:spcAft>
              <a:buSzPct val="100000"/>
              <a:buChar char="◆"/>
            </a:pPr>
            <a:r>
              <a:rPr lang="en-US" sz="1100" dirty="0">
                <a:solidFill>
                  <a:srgbClr val="26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항목 2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55229" y="4828032"/>
            <a:ext cx="3716426" cy="1618488"/>
          </a:xfrm>
          <a:prstGeom prst="rect">
            <a:avLst/>
          </a:prstGeom>
          <a:solidFill>
            <a:srgbClr val="F5F6F8"/>
          </a:solidFill>
          <a:ln w="12700">
            <a:solidFill>
              <a:srgbClr val="A6A6A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2026-07-14T20:49:22Z</dcterms:created>
  <dcterms:modified xsi:type="dcterms:W3CDTF">2026-07-14T20:49:22Z</dcterms:modified>
</cp:coreProperties>
</file>